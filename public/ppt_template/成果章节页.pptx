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49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1349107" y="2527290"/>
            <a:ext cx="9841866" cy="64516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enterprise}</a:t>
            </a:r>
            <a:r>
              <a: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重点服务领域</a:t>
            </a:r>
            <a:endParaRPr lang="zh-CN" altLang="en-US" sz="3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郭海艳0650</cp:lastModifiedBy>
  <cp:revision>5</cp:revision>
  <dcterms:created xsi:type="dcterms:W3CDTF">2023-08-09T12:44:00Z</dcterms:created>
  <dcterms:modified xsi:type="dcterms:W3CDTF">2026-04-29T11:23:39Z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E75CE3418F204D7494CDF197963BE6B5_12</vt:lpwstr>
  </property>
</Properties>
</file>