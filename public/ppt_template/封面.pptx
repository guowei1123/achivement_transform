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-3175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{date}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{enterprise</a:t>
            </a: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}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23374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2026-03-30T07:22:09Z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6B320F145A6F4400BA501BBD40D3EED3_12</vt:lpwstr>
  </property>
</Properties>
</file>