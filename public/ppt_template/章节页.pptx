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commentAuthors" Target="commentAuthors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{number}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{technical_type}</a:t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WPS 演示</Application>
  <PresentationFormat>宽屏</PresentationFormat>
  <Paragraphs>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5</cp:revision>
  <dcterms:created xsi:type="dcterms:W3CDTF">2023-08-09T12:44:00Z</dcterms:created>
  <dcterms:modified xsi:type="dcterms:W3CDTF">2026-03-30T15:21:09Z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357AA9AF66264B119942B2570BC41DE4_12</vt:lpwstr>
  </property>
</Properties>
</file>