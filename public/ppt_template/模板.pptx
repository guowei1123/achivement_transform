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{technical_principle_content}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背景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{technical_</a:t>
            </a: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name}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{technical_feature_content}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技术</a:t>
            </a:r>
            <a:r>
              <a:rPr lang="zh-CN" altLang="en-US" dirty="0"/>
              <a:t>原理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{technical_name}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{technical_application_content}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前期应用</a:t>
            </a:r>
            <a:r>
              <a:rPr lang="zh-CN" altLang="en-US" dirty="0"/>
              <a:t>成果</a:t>
            </a:r>
            <a:endParaRPr lang="zh-CN" alt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{technical_name}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149</Words>
  <Application>WPS 演示</Application>
  <PresentationFormat>宽屏</PresentationFormat>
  <Paragraphs>18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郭伟</cp:lastModifiedBy>
  <cp:revision>13</cp:revision>
  <dcterms:created xsi:type="dcterms:W3CDTF">2023-08-09T12:44:00Z</dcterms:created>
  <dcterms:modified xsi:type="dcterms:W3CDTF">2026-05-25T03:18:48Z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1E3A4F3B5DB248D8B25F2F7F07DAE0DA_12</vt:lpwstr>
  </property>
</Properties>
</file>