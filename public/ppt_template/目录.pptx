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commentAuthors" Target="commentAuthors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-24680" y="332656"/>
            <a:ext cx="12192000" cy="8330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03837" tIns="51919" rIns="103837" bIns="51919">
            <a:spAutoFit/>
          </a:bodyPr>
          <a:lstStyle/>
          <a:p>
            <a:pPr algn="ctr"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4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 报 内 容</a:t>
            </a:r>
            <a:endParaRPr lang="zh-CN" altLang="en-US" sz="4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58190" y="1627505"/>
            <a:ext cx="10700385" cy="277114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9050">
            <a:solidFill>
              <a:srgbClr val="00469A"/>
            </a:solidFill>
            <a:prstDash val="sysDash"/>
            <a:round/>
          </a:ln>
        </p:spPr>
        <p:txBody>
          <a:bodyPr wrap="none" lIns="103837" tIns="51919" rIns="103837" bIns="51919" anchor="ctr"/>
          <a:lstStyle/>
          <a:p>
            <a:pPr indent="444500" algn="r">
              <a:lnSpc>
                <a:spcPct val="120000"/>
              </a:lnSpc>
              <a:spcAft>
                <a:spcPct val="30000"/>
              </a:spcAft>
            </a:pPr>
            <a:endParaRPr lang="zh-CN" altLang="en-US" sz="2800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1462405" y="2059940"/>
            <a:ext cx="9746161" cy="791845"/>
            <a:chOff x="1919535" y="1391211"/>
            <a:chExt cx="9362817" cy="792089"/>
          </a:xfrm>
        </p:grpSpPr>
        <p:sp>
          <p:nvSpPr>
            <p:cNvPr id="21" name="矩形 20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2" name="矩形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200852" y="1391211"/>
              <a:ext cx="8081500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3" name="_1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919535" y="1565596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6"/>
              </p:custDataLst>
            </p:nvPr>
          </p:nvSpPr>
          <p:spPr>
            <a:xfrm>
              <a:off x="2860604" y="1465891"/>
              <a:ext cx="6661398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7"/>
            </p:custDataLst>
          </p:nvPr>
        </p:nvGrpSpPr>
        <p:grpSpPr>
          <a:xfrm>
            <a:off x="1462405" y="3140075"/>
            <a:ext cx="9746162" cy="791845"/>
            <a:chOff x="1919535" y="1391211"/>
            <a:chExt cx="9362820" cy="792089"/>
          </a:xfrm>
        </p:grpSpPr>
        <p:sp>
          <p:nvSpPr>
            <p:cNvPr id="38" name="矩形 3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9" name="矩形 13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200853" y="1391211"/>
              <a:ext cx="8081502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 dirty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41" name="_14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919535" y="1546540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11"/>
              </p:custDataLst>
            </p:nvPr>
          </p:nvSpPr>
          <p:spPr>
            <a:xfrm>
              <a:off x="2860604" y="1448850"/>
              <a:ext cx="7855310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3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86.1731676617148,&quot;left&quot;:59.7,&quot;top&quot;:82.27683233828522,&quot;width&quot;:842.55}"/>
</p:tagLst>
</file>

<file path=ppt/tags/tag2.xml><?xml version="1.0" encoding="utf-8"?>
<p:tagLst xmlns:p="http://schemas.openxmlformats.org/presentationml/2006/main">
  <p:tag name="KSO_WM_DIAGRAM_VIRTUALLY_FRAME" val="{&quot;height&quot;:386.1731676617148,&quot;left&quot;:59.7,&quot;top&quot;:82.27683233828522,&quot;width&quot;:842.55}"/>
</p:tagLst>
</file>

<file path=ppt/tags/tag3.xml><?xml version="1.0" encoding="utf-8"?>
<p:tagLst xmlns:p="http://schemas.openxmlformats.org/presentationml/2006/main">
  <p:tag name="KSO_WM_DIAGRAM_VIRTUALLY_FRAME" val="{&quot;height&quot;:386.1731676617148,&quot;left&quot;:59.7,&quot;top&quot;:82.27683233828522,&quot;width&quot;:842.55}"/>
</p:tagLst>
</file>

<file path=ppt/tags/tag4.xml><?xml version="1.0" encoding="utf-8"?>
<p:tagLst xmlns:p="http://schemas.openxmlformats.org/presentationml/2006/main">
  <p:tag name="KSO_WM_DIAGRAM_VIRTUALLY_FRAME" val="{&quot;height&quot;:386.1731676617148,&quot;left&quot;:59.7,&quot;top&quot;:82.27683233828522,&quot;width&quot;:842.55}"/>
</p:tagLst>
</file>

<file path=ppt/tags/tag5.xml><?xml version="1.0" encoding="utf-8"?>
<p:tagLst xmlns:p="http://schemas.openxmlformats.org/presentationml/2006/main">
  <p:tag name="KSO_WM_DIAGRAM_VIRTUALLY_FRAME" val="{&quot;height&quot;:386.1731676617148,&quot;left&quot;:59.7,&quot;top&quot;:82.27683233828522,&quot;width&quot;:842.55}"/>
</p:tagLst>
</file>

<file path=ppt/tags/tag6.xml><?xml version="1.0" encoding="utf-8"?>
<p:tagLst xmlns:p="http://schemas.openxmlformats.org/presentationml/2006/main">
  <p:tag name="KSO_WM_DIAGRAM_VIRTUALLY_FRAME" val="{&quot;height&quot;:386.1731676617148,&quot;left&quot;:59.7,&quot;top&quot;:82.27683233828522,&quot;width&quot;:842.55}"/>
</p:tagLst>
</file>

<file path=ppt/tags/tag7.xml><?xml version="1.0" encoding="utf-8"?>
<p:tagLst xmlns:p="http://schemas.openxmlformats.org/presentationml/2006/main">
  <p:tag name="KSO_WM_DIAGRAM_VIRTUALLY_FRAME" val="{&quot;height&quot;:386.1731676617148,&quot;left&quot;:59.7,&quot;top&quot;:82.27683233828522,&quot;width&quot;:842.55}"/>
</p:tagLst>
</file>

<file path=ppt/tags/tag8.xml><?xml version="1.0" encoding="utf-8"?>
<p:tagLst xmlns:p="http://schemas.openxmlformats.org/presentationml/2006/main">
  <p:tag name="KSO_WM_DIAGRAM_VIRTUALLY_FRAME" val="{&quot;height&quot;:386.1731676617148,&quot;left&quot;:59.7,&quot;top&quot;:82.27683233828522,&quot;width&quot;:842.55}"/>
</p:tagLst>
</file>

<file path=ppt/tags/tag9.xml><?xml version="1.0" encoding="utf-8"?>
<p:tagLst xmlns:p="http://schemas.openxmlformats.org/presentationml/2006/main">
  <p:tag name="KSO_WM_DIAGRAM_VIRTUALLY_FRAME" val="{&quot;height&quot;:386.1731676617148,&quot;left&quot;:59.7,&quot;top&quot;:82.27683233828522,&quot;width&quot;:842.55}"/>
</p:tagLst>
</file>

<file path=ppt/tags/tag10.xml><?xml version="1.0" encoding="utf-8"?>
<p:tagLst xmlns:p="http://schemas.openxmlformats.org/presentationml/2006/main">
  <p:tag name="KSO_WM_DIAGRAM_VIRTUALLY_FRAME" val="{&quot;height&quot;:386.1731676617148,&quot;left&quot;:59.7,&quot;top&quot;:82.27683233828522,&quot;width&quot;:842.55}"/>
</p:tagLst>
</file>

<file path=ppt/tags/tag11.xml><?xml version="1.0" encoding="utf-8"?>
<p:tagLst xmlns:p="http://schemas.openxmlformats.org/presentationml/2006/main">
  <p:tag name="KSO_WM_DIAGRAM_VIRTUALLY_FRAME" val="{&quot;height&quot;:386.1731676617148,&quot;left&quot;:59.7,&quot;top&quot;:82.27683233828522,&quot;width&quot;:842.5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WPS 演示</Application>
  <PresentationFormat>宽屏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6</cp:revision>
  <dcterms:created xsi:type="dcterms:W3CDTF">2023-08-09T12:44:00Z</dcterms:created>
  <dcterms:modified xsi:type="dcterms:W3CDTF">2026-03-30T15:21:46Z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5FDD082F46B24CC493B3B21FF8BE4887_12</vt:lpwstr>
  </property>
</Properties>
</file>