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{date}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{enterprise}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仿宋_GB2312</vt:lpstr>
      <vt:lpstr>仿宋</vt:lpstr>
      <vt:lpstr>微软雅黑</vt:lpstr>
      <vt:lpstr>Times New Roman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6</cp:revision>
  <dcterms:created xsi:type="dcterms:W3CDTF">2023-08-09T12:44:00Z</dcterms:created>
  <dcterms:modified xsi:type="dcterms:W3CDTF">2026-03-30T07:22:57Z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6B320F145A6F4400BA501BBD40D3EED3_12</vt:lpwstr>
  </property>
</Properties>
</file>