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一种浮绳联接的双无人船艇协同拖曳控制方法及装置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一种浮绳联接的双无人船艇协同拖曳控制方法及装置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一种浮绳联接的双无人船艇协同拖曳控制方法及装置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