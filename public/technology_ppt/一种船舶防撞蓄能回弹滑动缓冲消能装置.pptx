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一种船舶防撞蓄能回弹滑动缓冲消能装置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