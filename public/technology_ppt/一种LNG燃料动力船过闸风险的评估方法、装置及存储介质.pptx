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一种LNG燃料动力船过闸风险的评估方法、装置及存储介质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一种LNG燃料动力船过闸风险的评估方法、装置及存储介质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一种LNG燃料动力船过闸风险的评估方法、装置及存储介质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