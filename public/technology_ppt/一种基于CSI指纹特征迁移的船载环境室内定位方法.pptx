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一种基于CSI指纹特征迁移的船载环境室内定位方法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一种基于CSI指纹特征迁移的船载环境室内定位方法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一种基于CSI指纹特征迁移的船载环境室内定位方法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