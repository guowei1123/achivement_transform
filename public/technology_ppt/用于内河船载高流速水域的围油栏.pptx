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用于内河船载高流速水域的围油栏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用于内河船载高流速水域的围油栏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用于内河船载高流速水域的围油栏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