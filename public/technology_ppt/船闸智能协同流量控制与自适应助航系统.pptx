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55820" y="1571244"/>
            <a:ext cx="7379208" cy="4581144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59181" y="1106309"/>
            <a:ext cx="4120515" cy="2362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57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船闸智能协同流量调度与自适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应助航系统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483234" algn="l" rtl="0" eaLnBrk="0">
              <a:lnSpc>
                <a:spcPct val="93000"/>
              </a:lnSpc>
              <a:spcBef>
                <a:spcPts val="1318"/>
              </a:spcBef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船舶航迹监测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3234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航迹预测及航行控制优化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0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自适应动态入闸调度优化技术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2.2 船闸智能协同流量控制与自适应助航系统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9412" y="3592067"/>
            <a:ext cx="2889504" cy="2561844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061135" y="6354877"/>
            <a:ext cx="2117725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4"/>
              </a:lnSpc>
              <a:tabLst/>
            </a:pPr>
            <a:r>
              <a:rPr sz="17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预测准确率大于93%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400849" y="1131023"/>
            <a:ext cx="4530229" cy="5225732"/>
            <a:chOff x="0" y="0"/>
            <a:chExt cx="4530229" cy="5225732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530229" cy="5225732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406931" y="4754041"/>
              <a:ext cx="1851660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7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航行轨迹预测技术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3867137" cy="3065297"/>
            <a:chOff x="0" y="0"/>
            <a:chExt cx="3867137" cy="3065297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867137" cy="3065297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1213535" y="2647149"/>
              <a:ext cx="1390014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48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智能导引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2" name="textbox 22"/>
          <p:cNvSpPr/>
          <p:nvPr/>
        </p:nvSpPr>
        <p:spPr>
          <a:xfrm>
            <a:off x="655726" y="1117612"/>
            <a:ext cx="55054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船舶姿态监测与高精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度定位技术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航行轨迹识别与预测技术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动态实时反馈与自适应决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闸间自适应流量分配系统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4445190" y="3211360"/>
            <a:ext cx="2723832" cy="3065297"/>
            <a:chOff x="0" y="0"/>
            <a:chExt cx="2723832" cy="3065297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723832" cy="3065297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2749550" cy="30918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40665" algn="l" rtl="0" eaLnBrk="0">
                <a:lnSpc>
                  <a:spcPct val="88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监测与高精度定位技术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6" name="textbox 36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15556" y="3976115"/>
            <a:ext cx="3425952" cy="2695955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559040" y="929639"/>
            <a:ext cx="2545079" cy="2322576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43040" y="893711"/>
            <a:ext cx="4859197" cy="593224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761568" y="3886110"/>
            <a:ext cx="4859197" cy="2939847"/>
            <a:chOff x="0" y="0"/>
            <a:chExt cx="4859197" cy="2939847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859197" cy="2939847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1328597" y="2607297"/>
              <a:ext cx="1849754" cy="243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4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4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航行动态监测样机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728738" y="893711"/>
            <a:ext cx="4859184" cy="2939846"/>
            <a:chOff x="0" y="0"/>
            <a:chExt cx="4859184" cy="2939846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859184" cy="2939846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1480527" y="2586888"/>
              <a:ext cx="1381760" cy="245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7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智能助航样机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52" name="textbox 5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7730249" y="3444709"/>
            <a:ext cx="2077085" cy="301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7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船舶动态信息数据库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8531415" y="6503555"/>
            <a:ext cx="930275" cy="301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7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助航效果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