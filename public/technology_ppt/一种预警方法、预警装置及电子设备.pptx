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0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 showGuides="1">
      <p:cViewPr varScale="1">
        <p:scale>
          <a:sx n="116" d="100"/>
          <a:sy n="116" d="100"/>
        </p:scale>
        <p:origin x="336" y="108"/>
      </p:cViewPr>
      <p:guideLst>
        <p:guide orient="horz" pos="2160"/>
        <p:guide pos="380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7" Type="http://schemas.openxmlformats.org/officeDocument/2006/relationships/viewProps" Target="viewProps.xml"/><Relationship Id="rId6" Type="http://schemas.openxmlformats.org/officeDocument/2006/relationships/presProps" Target="presProps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32790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暂无技术原理描述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技术原理与特点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2" name="文本框 1"/>
          <p:cNvSpPr txBox="1"/>
          <p:nvPr/>
        </p:nvSpPr>
        <p:spPr>
          <a:xfrm>
            <a:off x="1330325" y="41789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en-US" altLang="zh-CN">
              <a:latin typeface="黑体" panose="02010609060101010101" charset="-122"/>
              <a:ea typeface="黑体" panose="02010609060101010101" charset="-122"/>
            </a:endParaRPr>
          </a:p>
        </p:txBody>
      </p:sp>
      <p:sp>
        <p:nvSpPr>
          <p:cNvPr id="3" name="文本框 2"/>
          <p:cNvSpPr txBox="1"/>
          <p:nvPr/>
        </p:nvSpPr>
        <p:spPr>
          <a:xfrm>
            <a:off x="770255" y="2896235"/>
            <a:ext cx="72802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>
                <a:latin typeface="微软雅黑" panose="020B0503020204020204" charset="-122"/>
                <a:ea typeface="微软雅黑" panose="020B0503020204020204" charset="-122"/>
              </a:rPr>
              <a:t>暂无技术特点描述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前期成果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4" name="文本框 3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" name="矩形 9"/>
          <p:cNvSpPr/>
          <p:nvPr userDrawn="1"/>
        </p:nvSpPr>
        <p:spPr bwMode="auto">
          <a:xfrm flipV="1">
            <a:off x="-1588" y="813917"/>
            <a:ext cx="12193200" cy="46037"/>
          </a:xfrm>
          <a:prstGeom prst="rect">
            <a:avLst/>
          </a:prstGeom>
          <a:solidFill>
            <a:srgbClr val="005EA4"/>
          </a:solidFill>
          <a:ln>
            <a:solidFill>
              <a:srgbClr val="00479A"/>
            </a:solidFill>
          </a:ln>
          <a:effectLst>
            <a:outerShdw blurRad="50800" dist="38100" dir="5400000" algn="t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>
              <a:defRPr/>
            </a:pPr>
            <a:endParaRPr lang="zh-CN" altLang="en-US"/>
          </a:p>
        </p:txBody>
      </p:sp>
      <p:grpSp>
        <p:nvGrpSpPr>
          <p:cNvPr id="13" name="组合 12"/>
          <p:cNvGrpSpPr/>
          <p:nvPr/>
        </p:nvGrpSpPr>
        <p:grpSpPr>
          <a:xfrm>
            <a:off x="0" y="6551949"/>
            <a:ext cx="12192000" cy="333435"/>
            <a:chOff x="0" y="6524565"/>
            <a:chExt cx="12192000" cy="333435"/>
          </a:xfrm>
        </p:grpSpPr>
        <p:sp>
          <p:nvSpPr>
            <p:cNvPr id="7" name="矩形 6"/>
            <p:cNvSpPr/>
            <p:nvPr/>
          </p:nvSpPr>
          <p:spPr>
            <a:xfrm>
              <a:off x="0" y="6524565"/>
              <a:ext cx="12192000" cy="333435"/>
            </a:xfrm>
            <a:prstGeom prst="rect">
              <a:avLst/>
            </a:prstGeom>
            <a:solidFill>
              <a:srgbClr val="00479A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20" tIns="45718" rIns="91420" bIns="45718" rtlCol="0" anchor="ctr"/>
            <a:lstStyle/>
            <a:p>
              <a:pPr algn="ctr"/>
              <a:endParaRPr lang="zh-CN" altLang="en-US" sz="3200" dirty="0"/>
            </a:p>
          </p:txBody>
        </p:sp>
        <p:grpSp>
          <p:nvGrpSpPr>
            <p:cNvPr id="12" name="组合 11"/>
            <p:cNvGrpSpPr/>
            <p:nvPr/>
          </p:nvGrpSpPr>
          <p:grpSpPr>
            <a:xfrm>
              <a:off x="0" y="6524565"/>
              <a:ext cx="1753364" cy="333435"/>
              <a:chOff x="2" y="6532274"/>
              <a:chExt cx="1753364" cy="333435"/>
            </a:xfrm>
          </p:grpSpPr>
          <p:sp>
            <p:nvSpPr>
              <p:cNvPr id="8" name="矩形 7"/>
              <p:cNvSpPr/>
              <p:nvPr/>
            </p:nvSpPr>
            <p:spPr>
              <a:xfrm>
                <a:off x="2" y="6532274"/>
                <a:ext cx="1753364" cy="333435"/>
              </a:xfrm>
              <a:prstGeom prst="rect">
                <a:avLst/>
              </a:prstGeom>
              <a:solidFill>
                <a:srgbClr val="FBC540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lIns="91420" tIns="45718" rIns="91420" bIns="45718" rtlCol="0" anchor="ctr"/>
              <a:lstStyle/>
              <a:p>
                <a:pPr algn="ctr"/>
                <a:endParaRPr lang="zh-CN" altLang="en-US" sz="3200" dirty="0"/>
              </a:p>
            </p:txBody>
          </p:sp>
          <p:pic>
            <p:nvPicPr>
              <p:cNvPr id="9" name="图片 8"/>
              <p:cNvPicPr/>
              <p:nvPr/>
            </p:nvPicPr>
            <p:blipFill>
              <a:blip r:embed="rId1" cstate="print"/>
              <a:stretch>
                <a:fillRect/>
              </a:stretch>
            </p:blipFill>
            <p:spPr>
              <a:xfrm>
                <a:off x="190420" y="6552687"/>
                <a:ext cx="1372529" cy="292608"/>
              </a:xfrm>
              <a:prstGeom prst="rect">
                <a:avLst/>
              </a:prstGeom>
            </p:spPr>
          </p:pic>
        </p:grpSp>
      </p:grpSp>
      <p:pic>
        <p:nvPicPr>
          <p:cNvPr id="14" name="图片 13"/>
          <p:cNvPicPr>
            <a:picLocks noChangeAspect="1"/>
          </p:cNvPicPr>
          <p:nvPr/>
        </p:nvPicPr>
        <p:blipFill rotWithShape="1">
          <a:blip r:embed="rId2" cstate="print"/>
          <a:srcRect t="33438" b="33438"/>
          <a:stretch>
            <a:fillRect/>
          </a:stretch>
        </p:blipFill>
        <p:spPr>
          <a:xfrm>
            <a:off x="216310" y="6534608"/>
            <a:ext cx="1320743" cy="333435"/>
          </a:xfrm>
          <a:prstGeom prst="rect">
            <a:avLst/>
          </a:prstGeom>
        </p:spPr>
      </p:pic>
      <p:sp>
        <p:nvSpPr>
          <p:cNvPr id="3" name="文本框 2"/>
          <p:cNvSpPr txBox="1"/>
          <p:nvPr/>
        </p:nvSpPr>
        <p:spPr>
          <a:xfrm>
            <a:off x="770255" y="2896235"/>
            <a:ext cx="7280275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1600">
                <a:latin typeface="微软雅黑" panose="020B0503020204020204" charset="-122"/>
                <a:ea typeface="微软雅黑" panose="020B0503020204020204" charset="-122"/>
              </a:rPr>
              <a:t>暂无应用情况描述</a:t>
            </a:r>
            <a:endParaRPr lang="en-US" altLang="zh-CN" sz="1600"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0" y="44624"/>
            <a:ext cx="12191612" cy="6451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en-US" sz="36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  <a:sym typeface="+mn-ea"/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0" y="933656"/>
            <a:ext cx="6629477" cy="540000"/>
          </a:xfrm>
          <a:prstGeom prst="rect">
            <a:avLst/>
          </a:prstGeom>
          <a:solidFill>
            <a:srgbClr val="004698"/>
          </a:solidFill>
        </p:spPr>
        <p:txBody>
          <a:bodyPr wrap="square" rtlCol="0" anchor="ctr" anchorCtr="0">
            <a:noAutofit/>
          </a:bodyPr>
          <a:lstStyle>
            <a:defPPr>
              <a:defRPr lang="zh-CN"/>
            </a:defPPr>
            <a:lvl1pPr>
              <a:lnSpc>
                <a:spcPct val="100000"/>
              </a:lnSpc>
              <a:defRPr sz="2400" b="1">
                <a:solidFill>
                  <a:srgbClr val="FFFF00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en-US" dirty="0"/>
              <a:t>一种预警方法、预警装置及电子设备</a:t>
            </a:r>
            <a:endParaRPr lang="en-US" dirty="0"/>
          </a:p>
        </p:txBody>
      </p:sp>
      <p:sp>
        <p:nvSpPr>
          <p:cNvPr id="11" name="矩形: 圆角 2"/>
          <p:cNvSpPr/>
          <p:nvPr/>
        </p:nvSpPr>
        <p:spPr>
          <a:xfrm>
            <a:off x="591807" y="1671968"/>
            <a:ext cx="11008385" cy="4791118"/>
          </a:xfrm>
          <a:prstGeom prst="roundRect">
            <a:avLst>
              <a:gd name="adj" fmla="val 0"/>
            </a:avLst>
          </a:prstGeom>
          <a:noFill/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b="1"/>
          </a:p>
        </p:txBody>
      </p:sp>
      <p:sp>
        <p:nvSpPr>
          <p:cNvPr id="78" name="矩形: 圆角 3"/>
          <p:cNvSpPr/>
          <p:nvPr/>
        </p:nvSpPr>
        <p:spPr>
          <a:xfrm>
            <a:off x="314960" y="1508760"/>
            <a:ext cx="3707130" cy="431800"/>
          </a:xfrm>
          <a:prstGeom prst="roundRect">
            <a:avLst>
              <a:gd name="adj" fmla="val 0"/>
            </a:avLst>
          </a:prstGeom>
          <a:solidFill>
            <a:srgbClr val="004698"/>
          </a:solidFill>
          <a:ln>
            <a:solidFill>
              <a:srgbClr val="004698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pPr algn="ctr"/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应用场景</a:t>
            </a:r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  <a:p>
            <a:pPr algn="ctr"/>
            <a:endParaRPr lang="en-US" altLang="zh-CN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" name="文本框 1"/>
          <p:cNvSpPr txBox="1"/>
          <p:nvPr/>
        </p:nvSpPr>
        <p:spPr>
          <a:xfrm>
            <a:off x="1282700" y="44450"/>
            <a:ext cx="950785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lang="en-US" altLang="zh-CN" sz="3600" b="1" noProof="0" dirty="0">
                <a:ln>
                  <a:noFill/>
                </a:ln>
                <a:solidFill>
                  <a:srgbClr val="C00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sym typeface="+mn-ea"/>
              </a:rPr>
              <a:t>方法类</a:t>
            </a:r>
            <a:endParaRPr lang="en-US" sz="3600" b="1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sym typeface="+mn-ea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264</Words>
  <Application>WPS 演示</Application>
  <PresentationFormat>宽屏</PresentationFormat>
  <Paragraphs>27</Paragraphs>
  <Slides>3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11" baseType="lpstr">
      <vt:lpstr>Arial</vt:lpstr>
      <vt:lpstr>宋体</vt:lpstr>
      <vt:lpstr>Wingdings</vt:lpstr>
      <vt:lpstr>微软雅黑</vt:lpstr>
      <vt:lpstr>黑体</vt:lpstr>
      <vt:lpstr>Calibri</vt:lpstr>
      <vt:lpstr>Arial Unicode MS</vt:lpstr>
      <vt:lpstr>WPS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10725</dc:creator>
  <cp:lastModifiedBy>lmyg</cp:lastModifiedBy>
  <cp:revision>12</cp:revision>
  <dcterms:created xsi:type="dcterms:W3CDTF">2023-08-09T12:44:00Z</dcterms:created>
  <dcterms:modified xsi:type="dcterms:W3CDTF">2026-03-30T14:52:13Z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2052-12.1.0.25225</vt:lpwstr>
  </property>
  <property fmtid="{D5CDD505-2E9C-101B-9397-08002B2CF9AE}" pid="3" name="ICV">
    <vt:lpwstr>1E3A4F3B5DB248D8B25F2F7F07DAE0DA_12</vt:lpwstr>
  </property>
</Properties>
</file>