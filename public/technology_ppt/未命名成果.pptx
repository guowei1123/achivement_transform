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郭伟</cp:lastModifiedBy>
  <cp:revision>13</cp:revision>
  <dcterms:created xsi:type="dcterms:W3CDTF">2023-08-09T12:44:00Z</dcterms:created>
  <dcterms:modified xsi:type="dcterms:W3CDTF">2026-05-25T03:18:48Z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1E3A4F3B5DB248D8B25F2F7F07DAE0DA_12</vt:lpwstr>
  </property>
</Properties>
</file>