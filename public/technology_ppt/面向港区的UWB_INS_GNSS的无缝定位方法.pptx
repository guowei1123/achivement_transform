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面向港区的UWB/INS/GNSS的无缝定位方法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面向港区的UWB/INS/GNSS的无缝定位方法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面向港区的UWB/INS/GNSS的无缝定位方法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