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jpe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1629" y="3781717"/>
            <a:ext cx="11260430" cy="291486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07935" y="1627632"/>
            <a:ext cx="4137659" cy="113385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31012" y="1297520"/>
            <a:ext cx="4649114" cy="227556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43133" y="3844357"/>
            <a:ext cx="3793807" cy="256462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78140" y="3874007"/>
            <a:ext cx="3482340" cy="248259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3233" y="3862066"/>
            <a:ext cx="3191968" cy="2540525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565023" y="1566049"/>
            <a:ext cx="43053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提高水利工程混凝土耐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久性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水道畅通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降低维护清理成本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提高抗渗性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1.3 混凝土疏水光催化自清洁纳米涂层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7492067" y="3044026"/>
            <a:ext cx="32004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疏水层有效提高耐久性能（抗渗防腐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蚀）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255417" y="6399292"/>
            <a:ext cx="180149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离子渗透导致钢筋锈蚀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236271" y="6414535"/>
            <a:ext cx="109093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表层生物侵蚀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505415" y="6412426"/>
            <a:ext cx="73660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冻融破坏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8082648" y="827938"/>
          <a:ext cx="3856355" cy="5652134"/>
        </p:xfrm>
        <a:graphic>
          <a:graphicData uri="http://schemas.openxmlformats.org/drawingml/2006/table">
            <a:tbl>
              <a:tblPr/>
              <a:tblGrid>
                <a:gridCol w="3856355"/>
              </a:tblGrid>
              <a:tr h="564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436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500" b="1" kern="0" spc="100" dirty="0">
                          <a:solidFill>
                            <a:srgbClr val="5B9BD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微纳米疏水涂层构造技</a:t>
                      </a:r>
                      <a:r>
                        <a:rPr sz="1500" b="1" kern="0" spc="90" dirty="0">
                          <a:solidFill>
                            <a:srgbClr val="5B9BD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eaVert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478218" y="4546193"/>
          <a:ext cx="7392669" cy="1934210"/>
        </p:xfrm>
        <a:graphic>
          <a:graphicData uri="http://schemas.openxmlformats.org/drawingml/2006/table">
            <a:tbl>
              <a:tblPr/>
              <a:tblGrid>
                <a:gridCol w="4826634"/>
                <a:gridCol w="2566035"/>
              </a:tblGrid>
              <a:tr h="1934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066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b="1" kern="0" spc="90" dirty="0">
                          <a:solidFill>
                            <a:srgbClr val="5B9BD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负载交联技术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488238" y="2560142"/>
            <a:ext cx="7400048" cy="1816735"/>
            <a:chOff x="0" y="0"/>
            <a:chExt cx="7400048" cy="181673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400048" cy="181673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7425690" cy="18427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73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53689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5B9BD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光催化剂制备技术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68867" y="2253996"/>
            <a:ext cx="3121152" cy="405993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75729" y="1047915"/>
            <a:ext cx="55054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窄带隙、</a:t>
            </a:r>
            <a:r>
              <a:rPr sz="2300" b="1" kern="0" spc="-5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高稳定性光催化剂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功能层定向负载交联技术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混凝土面层微纳米疏水涂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层构造技术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8429" y="2157895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8429" y="1609255"/>
            <a:ext cx="216408" cy="337718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8429" y="1060615"/>
            <a:ext cx="216408" cy="337718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05044" y="4578095"/>
            <a:ext cx="2185415" cy="18211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545067" y="1018031"/>
            <a:ext cx="3195828" cy="115976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614172" y="5149595"/>
            <a:ext cx="3917403" cy="902208"/>
            <a:chOff x="0" y="0"/>
            <a:chExt cx="3917403" cy="902208"/>
          </a:xfrm>
        </p:grpSpPr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917403" cy="902208"/>
            </a:xfrm>
            <a:prstGeom prst="rect">
              <a:avLst/>
            </a:prstGeom>
          </p:spPr>
        </p:pic>
        <p:sp>
          <p:nvSpPr>
            <p:cNvPr id="52" name="textbox 52"/>
            <p:cNvSpPr/>
            <p:nvPr/>
          </p:nvSpPr>
          <p:spPr>
            <a:xfrm>
              <a:off x="1182459" y="544347"/>
              <a:ext cx="862964" cy="180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223"/>
                </a:lnSpc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concrete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54" name="textbox 54"/>
          <p:cNvSpPr/>
          <p:nvPr/>
        </p:nvSpPr>
        <p:spPr>
          <a:xfrm>
            <a:off x="4154792" y="10775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62746" y="1054227"/>
            <a:ext cx="3611118" cy="4956809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8550" y="1070991"/>
            <a:ext cx="3621785" cy="2286761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11598" y="1070991"/>
            <a:ext cx="3608070" cy="2286761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8550" y="3820286"/>
            <a:ext cx="3621785" cy="2207514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11598" y="3837051"/>
            <a:ext cx="3608070" cy="2173985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347641" y="3409263"/>
            <a:ext cx="373824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光催化混凝土有效降低隧道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NOx</a:t>
            </a: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浓度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8231721" y="6147003"/>
            <a:ext cx="3677284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工业建筑外立面混凝土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结构饰面防污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5186133" y="6147460"/>
            <a:ext cx="207073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隔离墩疏水抗渗防污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1601838" y="6147917"/>
            <a:ext cx="161988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实际效果示意图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583753" y="3454615"/>
            <a:ext cx="1624964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微观效果示意图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2026-05-21T21:38:44</vt:filetime>
  </property>
</Properties>
</file>