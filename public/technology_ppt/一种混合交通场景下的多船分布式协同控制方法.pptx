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一种混合交通场景下的多船分布式协同控制方法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一种混合交通场景下的多船分布式协同控制方法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一种混合交通场景下的多船分布式协同控制方法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