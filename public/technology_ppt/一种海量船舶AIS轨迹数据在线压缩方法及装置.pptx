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0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6" d="100"/>
          <a:sy n="116" d="100"/>
        </p:scale>
        <p:origin x="336" y="108"/>
      </p:cViewPr>
      <p:guideLst>
        <p:guide orient="horz" pos="2160"/>
        <p:guide pos="380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一种海量船舶AIS轨迹数据在线压缩方法及装置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一种海量船舶AIS轨迹数据在线压缩方法及装置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一种海量船舶AIS轨迹数据在线压缩方法及装置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264</Words>
  <Application>WPS 演示</Application>
  <PresentationFormat>宽屏</PresentationFormat>
  <Paragraphs>27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11" baseType="lpstr">
      <vt:lpstr>Arial</vt:lpstr>
      <vt:lpstr>宋体</vt:lpstr>
      <vt:lpstr>Wingdings</vt:lpstr>
      <vt:lpstr>微软雅黑</vt:lpstr>
      <vt:lpstr>黑体</vt:lpstr>
      <vt:lpstr>Calibri</vt:lpstr>
      <vt:lpstr>Arial Unicode MS</vt:lpstr>
      <vt:lpstr>WPS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10725</dc:creator>
  <cp:lastModifiedBy>lmyg</cp:lastModifiedBy>
  <cp:revision>12</cp:revision>
  <dcterms:created xsi:type="dcterms:W3CDTF">2023-08-09T12:44:00Z</dcterms:created>
  <dcterms:modified xsi:type="dcterms:W3CDTF">2026-03-30T14:52:13Z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2052-12.1.0.25225</vt:lpwstr>
  </property>
  <property fmtid="{D5CDD505-2E9C-101B-9397-08002B2CF9AE}" pid="3" name="ICV">
    <vt:lpwstr>1E3A4F3B5DB248D8B25F2F7F07DAE0DA_12</vt:lpwstr>
  </property>
</Properties>
</file>