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image" Target="../media/image12.jpe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../media/image19.jpeg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27191" y="1557527"/>
            <a:ext cx="5981699" cy="356920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96649" y="1827335"/>
            <a:ext cx="4776470" cy="4499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90" algn="l" rtl="0" eaLnBrk="0">
              <a:lnSpc>
                <a:spcPct val="88000"/>
              </a:lnSpc>
              <a:tabLst/>
            </a:pP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鱼类洄游通道恢复的主要措施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工程措施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：鱼道、过鱼闸、升鱼机等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FF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非工程措施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：集运鱼船、增殖放流等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811"/>
              </a:spcBef>
              <a:tabLst/>
            </a:pP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船闸兼做过鱼设施具有可行性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93000"/>
              </a:lnSpc>
              <a:spcBef>
                <a:spcPts val="607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优点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：节约投资、双向通行、生态友好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缺点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：流速过低、机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械振动噪声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解决措施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：诱鱼和驱鱼、减振降噪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5713493" y="5387082"/>
            <a:ext cx="5924550" cy="1391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4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0" indent="-235584" algn="l" rtl="0" eaLnBrk="0">
              <a:lnSpc>
                <a:spcPct val="92000"/>
              </a:lnSpc>
              <a:tabLst/>
            </a:pPr>
            <a:r>
              <a:rPr sz="2700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如何协调水利工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程与生态环境之间的</a:t>
            </a:r>
            <a:r>
              <a:rPr sz="2700" kern="0" spc="-1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关系？</a:t>
            </a:r>
            <a:r>
              <a:rPr sz="2700" kern="0" spc="-62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700" kern="0" spc="-1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？</a:t>
            </a:r>
            <a:endParaRPr sz="2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434975" algn="l" rtl="0" eaLnBrk="0">
              <a:lnSpc>
                <a:spcPts val="3370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——</a:t>
            </a:r>
            <a:r>
              <a:rPr sz="2700" kern="0" spc="9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生态环保的迫切需求！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3.2 复杂流场中水生物自主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运动仿真技术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70919" y="856920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59980" y="1313688"/>
            <a:ext cx="4442460" cy="2060447"/>
          </a:xfrm>
          <a:prstGeom prst="rect">
            <a:avLst/>
          </a:prstGeom>
        </p:spPr>
      </p:pic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7320839" y="939063"/>
          <a:ext cx="4681220" cy="5405754"/>
        </p:xfrm>
        <a:graphic>
          <a:graphicData uri="http://schemas.openxmlformats.org/drawingml/2006/table">
            <a:tbl>
              <a:tblPr/>
              <a:tblGrid>
                <a:gridCol w="4681220"/>
              </a:tblGrid>
              <a:tr h="3498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563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鱼体感应圈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132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鱼体运动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6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851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鱼游策略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3119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鱼游轨迹预测和过鱼效</a:t>
                      </a: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果评估技术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511098" y="3017049"/>
          <a:ext cx="6602729" cy="1581150"/>
        </p:xfrm>
        <a:graphic>
          <a:graphicData uri="http://schemas.openxmlformats.org/drawingml/2006/table">
            <a:tbl>
              <a:tblPr/>
              <a:tblGrid>
                <a:gridCol w="6602729"/>
              </a:tblGrid>
              <a:tr h="1574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鱼游运动和力学特征研究技术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266552" y="102679"/>
              <a:ext cx="2089403" cy="1072896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63004" y="204787"/>
              <a:ext cx="2016251" cy="861060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675496" y="177355"/>
              <a:ext cx="1266444" cy="854964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240703" y="1202156"/>
              <a:ext cx="3451225" cy="2552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16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涉水结构流激振动和噪声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分析技术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8" name="textbox 28"/>
          <p:cNvSpPr/>
          <p:nvPr/>
        </p:nvSpPr>
        <p:spPr>
          <a:xfrm>
            <a:off x="724306" y="1174762"/>
            <a:ext cx="61150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诱鱼、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驱鱼方法：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流场设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声、光、</a:t>
            </a:r>
            <a:r>
              <a:rPr sz="2300" b="1" kern="0" spc="-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过鱼效果评估技术：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监测统计、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仿真预测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涉水结构减振降噪技术：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结构优化设计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7006" y="228474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37006" y="173610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37006" y="118746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411106" y="3575792"/>
            <a:ext cx="4508675" cy="185140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38428" y="3128530"/>
            <a:ext cx="3569919" cy="99693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698491" y="3140964"/>
            <a:ext cx="2125979" cy="1400555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4779" y="1909571"/>
            <a:ext cx="6280403" cy="273558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91300" y="2157983"/>
            <a:ext cx="2546604" cy="1808988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02552" y="4255008"/>
            <a:ext cx="2894076" cy="1539239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43416" y="2351532"/>
            <a:ext cx="2790444" cy="1552955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4658867"/>
            <a:ext cx="2849879" cy="1421891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715500" y="4354068"/>
            <a:ext cx="1965959" cy="175717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939795" y="4655819"/>
            <a:ext cx="1863851" cy="1426464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633984" y="1289303"/>
            <a:ext cx="5489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  </a:t>
            </a: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鱼游轨迹预测和过鱼效果评估方法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180630" y="6367817"/>
            <a:ext cx="10422255" cy="255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复杂流场中鱼游运动和力学特征分析           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闸门、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船体构件等结构的流激振动和噪声分析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7449311" y="1289303"/>
            <a:ext cx="4175759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II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涉水结构的减振降噪措施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704588" y="4764023"/>
            <a:ext cx="1580388" cy="1210055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2026-05-21T21:38:42</vt:filetime>
  </property>
</Properties>
</file>