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基于CSI的双循环神经网络的船载环境室内定位方法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基于CSI的双循环神经网络的船载环境室内定位方法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基于CSI的双循环神经网络的船载环境室内定位方法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