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一种引航员登离轮便携式辅助装置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技术类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