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9" Type="http://schemas.openxmlformats.org/officeDocument/2006/relationships/image" Target="../media/image18.jpeg"/><Relationship Id="rId18" Type="http://schemas.openxmlformats.org/officeDocument/2006/relationships/image" Target="../media/image17.jpeg"/><Relationship Id="rId17" Type="http://schemas.openxmlformats.org/officeDocument/2006/relationships/image" Target="../media/image16.jpeg"/><Relationship Id="rId16" Type="http://schemas.openxmlformats.org/officeDocument/2006/relationships/image" Target="../media/image15.jpe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jpeg"/><Relationship Id="rId10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jpe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15586" y="1923288"/>
            <a:ext cx="3575329" cy="4597870"/>
            <a:chOff x="0" y="0"/>
            <a:chExt cx="3575329" cy="459787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75329" cy="4597870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53009" y="75562"/>
              <a:ext cx="3159125" cy="146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6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3384" algn="l" rtl="0" eaLnBrk="0">
                <a:lnSpc>
                  <a:spcPct val="88000"/>
                </a:lnSpc>
                <a:tabLst/>
              </a:pPr>
              <a:r>
                <a:rPr sz="27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电动船储能电池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0670" indent="-267970" algn="l" rtl="0" eaLnBrk="0">
                <a:lnSpc>
                  <a:spcPct val="107000"/>
                </a:lnSpc>
                <a:spcBef>
                  <a:spcPts val="3"/>
                </a:spcBef>
                <a:tabLst>
                  <a:tab pos="258445" algn="l"/>
                </a:tabLst>
              </a:pP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</a:t>
              </a:r>
              <a:r>
                <a:rPr sz="2300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储能电站/电池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热失控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燃爆防控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5709" y="811898"/>
              <a:ext cx="245973" cy="337718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53593" y="2766059"/>
              <a:ext cx="2715767" cy="940308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40461" y="1563623"/>
              <a:ext cx="1577339" cy="1039367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3963" y="1929383"/>
            <a:ext cx="3491483" cy="459870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494776" y="1923288"/>
            <a:ext cx="3480815" cy="4604804"/>
            <a:chOff x="0" y="0"/>
            <a:chExt cx="3480815" cy="4604804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480815" cy="460480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31958" y="78250"/>
              <a:ext cx="3221354" cy="3507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危险化学品等运输物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884" indent="-264795" algn="l" rtl="0" eaLnBrk="0">
                <a:lnSpc>
                  <a:spcPct val="97000"/>
                </a:lnSpc>
                <a:spcBef>
                  <a:spcPts val="699"/>
                </a:spcBef>
                <a:tabLst>
                  <a:tab pos="331470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1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</a:t>
              </a:r>
              <a:r>
                <a:rPr sz="23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储罐火灾</a:t>
              </a: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42900" indent="-264795" algn="l" rtl="0" eaLnBrk="0">
                <a:lnSpc>
                  <a:spcPct val="107000"/>
                </a:lnSpc>
                <a:spcBef>
                  <a:spcPts val="5"/>
                </a:spcBef>
                <a:tabLst>
                  <a:tab pos="324484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煤炭/石油/天然气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运输物火灾安全防控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0604" y="2862160"/>
              <a:ext cx="245973" cy="337718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17538" y="795451"/>
              <a:ext cx="245973" cy="337718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778508" y="1595628"/>
              <a:ext cx="1488947" cy="1129283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18516" y="1595627"/>
              <a:ext cx="1335023" cy="1107947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365759" y="3590544"/>
              <a:ext cx="1434083" cy="917447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0051" y="3598163"/>
              <a:ext cx="1280159" cy="922019"/>
            </a:xfrm>
            <a:prstGeom prst="rect">
              <a:avLst/>
            </a:prstGeom>
          </p:spPr>
        </p:pic>
      </p:grpSp>
      <p:sp>
        <p:nvSpPr>
          <p:cNvPr id="30" name="textbox 30"/>
          <p:cNvSpPr/>
          <p:nvPr/>
        </p:nvSpPr>
        <p:spPr>
          <a:xfrm>
            <a:off x="1524" y="0"/>
            <a:ext cx="12190730" cy="706119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5.1 船舶及航道构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筑物智慧消防关键技术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35127" y="2007191"/>
            <a:ext cx="3028950" cy="136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船舶及航道构筑物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6225" indent="-263525" algn="l" rtl="0" eaLnBrk="0">
              <a:lnSpc>
                <a:spcPct val="97000"/>
              </a:lnSpc>
              <a:spcBef>
                <a:spcPts val="2"/>
              </a:spcBef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典型船型</a:t>
            </a:r>
            <a:r>
              <a:rPr sz="2300" kern="0" spc="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特殊消防系</a:t>
            </a:r>
            <a:r>
              <a:rPr sz="2300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47827" y="2682912"/>
            <a:ext cx="245973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635127" y="4427270"/>
            <a:ext cx="315912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2000"/>
              </a:lnSpc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升船机/船</a:t>
            </a:r>
            <a:r>
              <a:rPr sz="2700" kern="0" spc="-50" baseline="69451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cv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闸通航等</a:t>
            </a:r>
            <a:r>
              <a:rPr sz="2300" kern="0" spc="-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</a:t>
            </a:r>
            <a:r>
              <a:rPr sz="23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防安全与应急救援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47827" y="4511712"/>
            <a:ext cx="245973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253995" y="3421379"/>
            <a:ext cx="1389887" cy="972311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24483" y="3445763"/>
            <a:ext cx="1316736" cy="9418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264664" y="5361431"/>
            <a:ext cx="1295400" cy="949451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678806" y="983094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73251" y="5369051"/>
            <a:ext cx="1267968" cy="9342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0500" y="1082764"/>
            <a:ext cx="11734040" cy="5519151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9548" y="3747516"/>
            <a:ext cx="5541263" cy="2688336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9600" y="3741420"/>
            <a:ext cx="5170932" cy="269443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32220" y="1170432"/>
            <a:ext cx="5437632" cy="246735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33831" y="1422412"/>
            <a:ext cx="5509895" cy="2018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6000"/>
              </a:lnSpc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火灾智慧识别与大数据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应急响应技术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6000"/>
              </a:lnSpc>
              <a:spcBef>
                <a:spcPts val="1671"/>
              </a:spcBef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高精度火灾态势预测技术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74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新能源及储能火灾安全防控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多相灭火介质高效抑火技术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531" y="3090087"/>
            <a:ext cx="216408" cy="33771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531" y="2541447"/>
            <a:ext cx="216408" cy="33771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0659" y="1983752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0659" y="1435112"/>
            <a:ext cx="216408" cy="33771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035501" y="28888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" y="1455420"/>
            <a:ext cx="5084063" cy="2514600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356615" y="900683"/>
          <a:ext cx="5496559" cy="3147060"/>
        </p:xfrm>
        <a:graphic>
          <a:graphicData uri="http://schemas.openxmlformats.org/drawingml/2006/table">
            <a:tbl>
              <a:tblPr/>
              <a:tblGrid>
                <a:gridCol w="5496559"/>
              </a:tblGrid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舰船智慧消防系统设计</a:t>
                      </a:r>
                      <a:endParaRPr sz="2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8"/>
                    </a:solidFill>
                  </a:tcPr>
                </a:tc>
              </a:tr>
              <a:tr h="2626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8110" algn="l" rtl="0" eaLnBrk="0">
                        <a:lnSpc>
                          <a:spcPts val="1024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cv</a:t>
                      </a:r>
                      <a:endParaRPr sz="17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370331" y="4101083"/>
            <a:ext cx="5497067" cy="2676384"/>
            <a:chOff x="0" y="0"/>
            <a:chExt cx="5497067" cy="2676384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497067" cy="2676384"/>
            </a:xfrm>
            <a:prstGeom prst="rect">
              <a:avLst/>
            </a:prstGeom>
          </p:spPr>
        </p:pic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802635" y="675132"/>
              <a:ext cx="2598420" cy="1958339"/>
            </a:xfrm>
            <a:prstGeom prst="rect">
              <a:avLst/>
            </a:prstGeom>
          </p:spPr>
        </p:pic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6784" y="699516"/>
              <a:ext cx="2479547" cy="1787651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428136" y="76805"/>
              <a:ext cx="4644390" cy="38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1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锂电池热失控及抑火技术应用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204241" y="1363979"/>
            <a:ext cx="5476531" cy="2684145"/>
            <a:chOff x="0" y="0"/>
            <a:chExt cx="5476531" cy="2684145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476531" cy="2684145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2631211" y="1303312"/>
              <a:ext cx="224154" cy="155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024"/>
                </a:lnSpc>
                <a:tabLst/>
              </a:pP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cv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6196583" y="4107179"/>
            <a:ext cx="5497068" cy="2642578"/>
            <a:chOff x="0" y="0"/>
            <a:chExt cx="5497068" cy="2642578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497068" cy="2642578"/>
            </a:xfrm>
            <a:prstGeom prst="rect">
              <a:avLst/>
            </a:prstGeom>
          </p:spPr>
        </p:pic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79832" y="603503"/>
              <a:ext cx="2662427" cy="1959864"/>
            </a:xfrm>
            <a:prstGeom prst="rect">
              <a:avLst/>
            </a:prstGeom>
          </p:spPr>
        </p:pic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996183" y="551688"/>
              <a:ext cx="2369819" cy="2046732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305701" y="69672"/>
              <a:ext cx="4893945" cy="334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5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工程尺度电气设施高效灭火技术应用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4" name="textbox 94"/>
          <p:cNvSpPr/>
          <p:nvPr/>
        </p:nvSpPr>
        <p:spPr>
          <a:xfrm>
            <a:off x="6196583" y="900683"/>
            <a:ext cx="5497195" cy="520065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9689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舰船火灾态势预测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4946700" y="21079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2026-05-21T21:38:42</vt:filetime>
  </property>
</Properties>
</file>