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一种航空器航运实绩信息的采集装置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一种航空器航运实绩信息的采集装置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一种航空器航运实绩信息的采集装置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