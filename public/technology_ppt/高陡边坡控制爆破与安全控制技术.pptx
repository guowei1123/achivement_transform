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tableStyles" Target="tableStyles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jpe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jpe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0" Type="http://schemas.openxmlformats.org/officeDocument/2006/relationships/image" Target="../media/image41.png"/><Relationship Id="rId2" Type="http://schemas.openxmlformats.org/officeDocument/2006/relationships/image" Target="../media/image23.jpeg"/><Relationship Id="rId19" Type="http://schemas.openxmlformats.org/officeDocument/2006/relationships/image" Target="../media/image40.png"/><Relationship Id="rId18" Type="http://schemas.openxmlformats.org/officeDocument/2006/relationships/image" Target="../media/image39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35.jpe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jpeg"/><Relationship Id="rId10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82867" y="1911096"/>
            <a:ext cx="5897879" cy="38755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500" y="1321017"/>
            <a:ext cx="5650865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岩质高陡边坡控制爆破与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安全监控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0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岩体爆破开挖动力扰动诱发节理岩体松动分析。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边坡、地下洞室特殊部位精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细爆破施工方法。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岩质高边坡开挖变形全过程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监测及快速反馈。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447" y="3486911"/>
            <a:ext cx="4338828" cy="2298191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1.6 岩质高陡边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坡（中隔墩）</a:t>
            </a:r>
            <a:r>
              <a:rPr sz="2700" kern="0" spc="-6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控制爆破与安全控制技术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3333" y="6017793"/>
            <a:ext cx="4346575" cy="381291"/>
            <a:chOff x="0" y="0"/>
            <a:chExt cx="4346575" cy="38129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6575" cy="38129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437197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890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白鹤滩水电站洞室群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958533" y="6017793"/>
            <a:ext cx="4346574" cy="381291"/>
            <a:chOff x="0" y="0"/>
            <a:chExt cx="4346574" cy="38129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346574" cy="38129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437197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永久船闸中隔墩及高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543331" y="1224927"/>
            <a:ext cx="6760844" cy="211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多测点位移交叉影响分析识别边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坡位移响应特征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复杂地质条件区域高精度的地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应力分析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深部岩体时序断裂轮廓控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制爆破技术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动态的边坡位移监控指标优化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031" y="29921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031" y="2407298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031" y="182246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6031" y="1237627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489825" y="3336925"/>
            <a:ext cx="4108450" cy="3044825"/>
            <a:chOff x="0" y="0"/>
            <a:chExt cx="4108450" cy="304482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108450" cy="3044825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118214" y="2755251"/>
              <a:ext cx="38785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特大型水电站地下厂房高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边墙放大效应分析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32614" y="55231"/>
              <a:ext cx="20497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监测信息快速反馈平台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04176" y="1016508"/>
            <a:ext cx="3900909" cy="228263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" y="3759707"/>
            <a:ext cx="2956560" cy="215950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2944" y="3759707"/>
            <a:ext cx="2891027" cy="215950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066110" y="6048996"/>
            <a:ext cx="326770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深地下工程开挖变形与破裂特征分析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568" y="1600200"/>
            <a:ext cx="2950464" cy="46710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539240"/>
            <a:ext cx="3148583" cy="231038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2055" y="1557528"/>
            <a:ext cx="2850540" cy="2197607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882257" y="4528692"/>
            <a:ext cx="4121150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大型地下结构：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厂房、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深竖井、</a:t>
            </a:r>
            <a:r>
              <a:rPr sz="17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穹顶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8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大断面隧洞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导流洞、</a:t>
            </a:r>
            <a:r>
              <a:rPr sz="17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洞、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尾水洞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爆破开挖振动、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围岩松动圈测试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大跨度顶拱、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高边墙、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42715" y="4389119"/>
            <a:ext cx="2854451" cy="18348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17835" y="1556004"/>
            <a:ext cx="1712976" cy="223113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48614" y="982979"/>
            <a:ext cx="5790565" cy="45846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97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深埋特大型洞室群爆破施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工安全控制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29082" y="6158991"/>
            <a:ext cx="5017134" cy="416559"/>
          </a:xfrm>
          <a:prstGeom prst="rect">
            <a:avLst/>
          </a:prstGeom>
          <a:solidFill>
            <a:srgbClr val="5897D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安全、</a:t>
            </a:r>
            <a:r>
              <a:rPr sz="1700" b="1" kern="0" spc="-3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高效、</a:t>
            </a:r>
            <a:r>
              <a:rPr sz="1700" b="1" kern="0" spc="-37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高质量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704596" y="3857244"/>
            <a:ext cx="3157219" cy="382180"/>
            <a:chOff x="0" y="0"/>
            <a:chExt cx="3157219" cy="382180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157219" cy="382180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18262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945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地下厂房与引水隧洞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79387" y="6319253"/>
            <a:ext cx="2958464" cy="382384"/>
            <a:chOff x="0" y="0"/>
            <a:chExt cx="2958464" cy="3823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58464" cy="382384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2983864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级深竖井开挖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432518" y="6309601"/>
            <a:ext cx="2865183" cy="382346"/>
            <a:chOff x="0" y="0"/>
            <a:chExt cx="2865183" cy="38234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865183" cy="38234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891154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22579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半径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26.50m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巨型穹顶开挖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461270" y="3840048"/>
            <a:ext cx="2854235" cy="382320"/>
            <a:chOff x="0" y="0"/>
            <a:chExt cx="2854235" cy="382320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854235" cy="38232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-12700" y="-12700"/>
              <a:ext cx="287972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7960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110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吨级承重吊车梁岩台开挖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129405" y="3832504"/>
            <a:ext cx="1702434" cy="382193"/>
            <a:chOff x="0" y="0"/>
            <a:chExt cx="1702434" cy="382193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02434" cy="382193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172783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5590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现场试验测试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8684" y="4349495"/>
            <a:ext cx="3363467" cy="184251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512" y="4349495"/>
            <a:ext cx="3168396" cy="1842516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1775" y="1632204"/>
            <a:ext cx="3055620" cy="179984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5759" y="1632204"/>
            <a:ext cx="2708147" cy="179984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645932" y="1374686"/>
            <a:ext cx="2334231" cy="2015933"/>
            <a:chOff x="0" y="0"/>
            <a:chExt cx="2334231" cy="201593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5372" y="7581"/>
              <a:ext cx="2308859" cy="1979676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9748" cy="359218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7" y="1656715"/>
              <a:ext cx="1666523" cy="359218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111452" y="55233"/>
              <a:ext cx="1450975" cy="1865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轮廓面贯通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围岩损伤范围极小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43571" y="1382267"/>
            <a:ext cx="2310383" cy="197967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29783" y="4349495"/>
            <a:ext cx="1892807" cy="184251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48907" y="984186"/>
            <a:ext cx="6363334" cy="45783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94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岩锚梁时序控制断裂爆破与切槽爆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60875" y="4349495"/>
            <a:ext cx="1036320" cy="1842516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644066" y="3695839"/>
            <a:ext cx="3861612" cy="407695"/>
            <a:chOff x="0" y="0"/>
            <a:chExt cx="3861612" cy="4076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861612" cy="4076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887470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21309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先爆孔切槽的时序控制爆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破效果分析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8089404" y="6351270"/>
            <a:ext cx="2703144" cy="382194"/>
            <a:chOff x="0" y="0"/>
            <a:chExt cx="2703144" cy="382194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3144" cy="382194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272859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岩锚梁精细爆破开挖效果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" name="textbox 11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624571" y="3445763"/>
            <a:ext cx="3901440" cy="23622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3887406" y="3708590"/>
            <a:ext cx="2363406" cy="382193"/>
            <a:chOff x="0" y="0"/>
            <a:chExt cx="2363406" cy="382193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363406" cy="382193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238887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975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地下厂房岩锚梁开挖区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50811" y="3708590"/>
            <a:ext cx="2138629" cy="382193"/>
            <a:chOff x="0" y="0"/>
            <a:chExt cx="2138629" cy="382193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138629" cy="382193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2164079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6891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岩锚梁常规爆破效果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1501520" y="6351270"/>
            <a:ext cx="1498904" cy="382194"/>
            <a:chOff x="0" y="0"/>
            <a:chExt cx="1498904" cy="382194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498904" cy="382194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152463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钻取斜孔过程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840988" y="6351270"/>
            <a:ext cx="1277124" cy="382194"/>
            <a:chOff x="0" y="0"/>
            <a:chExt cx="1277124" cy="382194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77124" cy="382194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1303019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钻取切槽缝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7218405" y="1374686"/>
            <a:ext cx="1308636" cy="359218"/>
            <a:chOff x="0" y="0"/>
            <a:chExt cx="1308636" cy="359218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308636" cy="359218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1334135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轮廓面未贯通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542813" y="6351270"/>
            <a:ext cx="1066648" cy="382194"/>
            <a:chOff x="0" y="0"/>
            <a:chExt cx="1066648" cy="38219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066648" cy="38219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92200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2239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切槽孔图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" name="path 144"/>
          <p:cNvSpPr/>
          <p:nvPr/>
        </p:nvSpPr>
        <p:spPr>
          <a:xfrm>
            <a:off x="7182611" y="5018532"/>
            <a:ext cx="489204" cy="505967"/>
          </a:xfrm>
          <a:custGeom>
            <a:avLst/>
            <a:gdLst/>
            <a:ahLst/>
            <a:cxnLst/>
            <a:rect l="0" t="0" r="0" b="0"/>
            <a:pathLst>
              <a:path w="770" h="796">
                <a:moveTo>
                  <a:pt x="770" y="398"/>
                </a:moveTo>
                <a:lnTo>
                  <a:pt x="386" y="796"/>
                </a:lnTo>
                <a:lnTo>
                  <a:pt x="386" y="597"/>
                </a:lnTo>
                <a:lnTo>
                  <a:pt x="0" y="597"/>
                </a:lnTo>
                <a:lnTo>
                  <a:pt x="0" y="199"/>
                </a:lnTo>
                <a:lnTo>
                  <a:pt x="386" y="199"/>
                </a:lnTo>
                <a:lnTo>
                  <a:pt x="386" y="0"/>
                </a:lnTo>
                <a:lnTo>
                  <a:pt x="770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path 146"/>
          <p:cNvSpPr/>
          <p:nvPr/>
        </p:nvSpPr>
        <p:spPr>
          <a:xfrm>
            <a:off x="6704076" y="2278379"/>
            <a:ext cx="409955" cy="505967"/>
          </a:xfrm>
          <a:custGeom>
            <a:avLst/>
            <a:gdLst/>
            <a:ahLst/>
            <a:cxnLst/>
            <a:rect l="0" t="0" r="0" b="0"/>
            <a:pathLst>
              <a:path w="645" h="796">
                <a:moveTo>
                  <a:pt x="645" y="398"/>
                </a:moveTo>
                <a:lnTo>
                  <a:pt x="324" y="796"/>
                </a:lnTo>
                <a:lnTo>
                  <a:pt x="324" y="597"/>
                </a:lnTo>
                <a:lnTo>
                  <a:pt x="0" y="597"/>
                </a:lnTo>
                <a:lnTo>
                  <a:pt x="0" y="199"/>
                </a:lnTo>
                <a:lnTo>
                  <a:pt x="324" y="199"/>
                </a:lnTo>
                <a:lnTo>
                  <a:pt x="324" y="0"/>
                </a:lnTo>
                <a:lnTo>
                  <a:pt x="645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3131820" y="2314955"/>
            <a:ext cx="335279" cy="432815"/>
          </a:xfrm>
          <a:custGeom>
            <a:avLst/>
            <a:gdLst/>
            <a:ahLst/>
            <a:cxnLst/>
            <a:rect l="0" t="0" r="0" b="0"/>
            <a:pathLst>
              <a:path w="527" h="681">
                <a:moveTo>
                  <a:pt x="0" y="340"/>
                </a:moveTo>
                <a:lnTo>
                  <a:pt x="263" y="0"/>
                </a:lnTo>
                <a:lnTo>
                  <a:pt x="263" y="170"/>
                </a:lnTo>
                <a:lnTo>
                  <a:pt x="527" y="170"/>
                </a:lnTo>
                <a:lnTo>
                  <a:pt x="527" y="511"/>
                </a:lnTo>
                <a:lnTo>
                  <a:pt x="263" y="511"/>
                </a:lnTo>
                <a:lnTo>
                  <a:pt x="263" y="681"/>
                </a:lnTo>
                <a:lnTo>
                  <a:pt x="0" y="340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2026-05-21T21:38:44</vt:filetime>
  </property>
</Properties>
</file>