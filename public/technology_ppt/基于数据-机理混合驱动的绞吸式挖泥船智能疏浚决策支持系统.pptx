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image" Target="../media/image14.jpe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2026-05-21T21:38:46</vt:filetime>
  </property>
</Properties>
</file>