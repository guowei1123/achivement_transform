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一种异相轮轴开合截断涡环装置及三通涡环激励景观装置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一种异相轮轴开合截断涡环装置及三通涡环激励景观装置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一种异相轮轴开合截断涡环装置及三通涡环激励景观装置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