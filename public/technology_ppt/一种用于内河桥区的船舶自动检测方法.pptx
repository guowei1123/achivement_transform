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一种用于内河桥区的船舶自动检测方法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一种用于内河桥区的船舶自动检测方法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一种用于内河桥区的船舶自动检测方法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