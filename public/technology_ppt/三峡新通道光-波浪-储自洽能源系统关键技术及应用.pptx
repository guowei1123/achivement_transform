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17591" y="1749551"/>
            <a:ext cx="6530340" cy="371094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3829" y="1974686"/>
            <a:ext cx="4377690" cy="213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船舶升降波浪能发电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边坡光伏阵列太阳能发电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能源管理系统智能调度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光-波浪-储自洽能源系统集成与应用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4.2 三峡新通道光-波浪-储自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洽能源系统关键技术及应用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379710" y="711771"/>
            <a:ext cx="7124065" cy="1014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三峡新通道光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波浪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储自洽能源系统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关键技术及应用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39" y="4119371"/>
            <a:ext cx="2494787" cy="2147316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755391" y="4148328"/>
            <a:ext cx="2101596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400849" y="950493"/>
            <a:ext cx="4681282" cy="5406263"/>
            <a:chOff x="0" y="0"/>
            <a:chExt cx="4681282" cy="5406263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81282" cy="5406263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089245" y="4793347"/>
              <a:ext cx="2305050" cy="276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84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2000"/>
                </a:lnSpc>
                <a:tabLst/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分布式储能管理技术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4751476" y="1207744"/>
              <a:ext cx="1614169" cy="2451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9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波浪能捕获技术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5052923" y="871448"/>
              <a:ext cx="1156335" cy="518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1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-635" algn="l" rtl="0" eaLnBrk="0">
                <a:lnSpc>
                  <a:spcPct val="97000"/>
                </a:lnSpc>
                <a:tabLst/>
              </a:pP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光伏阵列跟</a:t>
              </a: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踪发电技术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6" name="textbox 26"/>
          <p:cNvSpPr/>
          <p:nvPr/>
        </p:nvSpPr>
        <p:spPr>
          <a:xfrm>
            <a:off x="655726" y="1117612"/>
            <a:ext cx="45910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高效的波浪能捕获技术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灵活的光伏阵列跟踪发电技术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智能化分布式储能管理技术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互补的波光协同能源管理技术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5000" y="617219"/>
            <a:ext cx="5853683" cy="2737104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24144" y="3735323"/>
            <a:ext cx="5853684" cy="2510027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4611" y="4043172"/>
            <a:ext cx="4765548" cy="26182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1708" y="1319783"/>
            <a:ext cx="4076700" cy="2020824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632459" y="725423"/>
            <a:ext cx="42373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90195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稳态电能质量优化控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615696" y="3515867"/>
            <a:ext cx="42373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323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分布式储能优化控制技术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5065991" y="6192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7064679" y="3369792"/>
            <a:ext cx="297815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宁波舟山港滩涂光伏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发电项目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7193069" y="6342888"/>
            <a:ext cx="2726054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069" algn="l" rtl="0" eaLnBrk="0">
              <a:lnSpc>
                <a:spcPct val="84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</a:t>
            </a:r>
            <a:r>
              <a:rPr sz="1700" kern="0" spc="-3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中远盛世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”轮光伏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阵列布置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2026-05-21T21:38:46</vt:filetime>
  </property>
</Properties>
</file>