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viewProps" Target="viewProps.xml"/><Relationship Id="rId6" Type="http://schemas.openxmlformats.org/officeDocument/2006/relationships/tableStyles" Target="tableStyle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jpe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948182" y="1717509"/>
            <a:ext cx="5446395" cy="41725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9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8000"/>
              </a:lnSpc>
              <a:tabLst/>
            </a:pP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针对复杂动力系统的数据采集、</a:t>
            </a:r>
            <a:r>
              <a:rPr sz="2300" kern="0" spc="-4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处理、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155000"/>
              </a:lnSpc>
              <a:spcBef>
                <a:spcPts val="446"/>
              </a:spcBef>
              <a:tabLst/>
            </a:pP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分析、</a:t>
            </a:r>
            <a:r>
              <a:rPr sz="2300" kern="0" spc="-5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集成</a:t>
            </a:r>
            <a:r>
              <a:rPr sz="2300" kern="0" spc="-3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300" kern="0" spc="-4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以节能和安全为根本</a:t>
            </a:r>
            <a:r>
              <a:rPr sz="2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目标，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对复杂动力系统全生命周期的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控制及智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能运维提供服务</a:t>
            </a:r>
            <a:r>
              <a:rPr sz="2300" kern="0" spc="-3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300" kern="0" spc="-5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基于自主知识产权的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国产化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SCADA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系统、</a:t>
            </a:r>
            <a:r>
              <a:rPr sz="2300" kern="0" spc="-3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以流网法为基础的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数字仿真系统的虚实结合交互技术、</a:t>
            </a:r>
            <a:r>
              <a:rPr sz="2300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于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AI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和云计算的大数据分析处理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技术，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9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88000"/>
              </a:lnSpc>
              <a:tabLst/>
            </a:pP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提供系统全流程智能监控方案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050023" y="1737359"/>
            <a:ext cx="4413504" cy="4117848"/>
          </a:xfrm>
          <a:prstGeom prst="rect">
            <a:avLst/>
          </a:prstGeom>
        </p:spPr>
      </p:pic>
      <p:sp>
        <p:nvSpPr>
          <p:cNvPr id="6" name="textbox 6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176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2.6 动力系统智能监控技术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7785366" y="1110462"/>
          <a:ext cx="4074159" cy="5057140"/>
        </p:xfrm>
        <a:graphic>
          <a:graphicData uri="http://schemas.openxmlformats.org/drawingml/2006/table">
            <a:tbl>
              <a:tblPr/>
              <a:tblGrid>
                <a:gridCol w="4074159"/>
              </a:tblGrid>
              <a:tr h="50507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22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41119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国产化控制系统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975092" y="1504188"/>
            <a:ext cx="3713988" cy="3589020"/>
          </a:xfrm>
          <a:prstGeom prst="rect">
            <a:avLst/>
          </a:prstGeom>
        </p:spPr>
      </p:pic>
      <p:sp>
        <p:nvSpPr>
          <p:cNvPr id="14" name="textbox 14"/>
          <p:cNvSpPr/>
          <p:nvPr/>
        </p:nvSpPr>
        <p:spPr>
          <a:xfrm>
            <a:off x="667842" y="1045794"/>
            <a:ext cx="6419850" cy="20091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自主知识产权的国产化控制系统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数字孪生的虚实交互技术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机理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+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知识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+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数据驱动的故障诊断技术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基于神经网络结合机理模型的智能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控制技术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80542" y="2704413"/>
            <a:ext cx="216408" cy="337718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80542" y="2155773"/>
            <a:ext cx="216408" cy="337718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80542" y="1607134"/>
            <a:ext cx="216408" cy="337718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80542" y="1058494"/>
            <a:ext cx="216408" cy="33771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982427" y="3211360"/>
            <a:ext cx="3675989" cy="2943339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488238" y="3211360"/>
            <a:ext cx="3409784" cy="2870250"/>
            <a:chOff x="0" y="0"/>
            <a:chExt cx="3409784" cy="2870250"/>
          </a:xfrm>
        </p:grpSpPr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3409784" cy="2870250"/>
            </a:xfrm>
            <a:prstGeom prst="rect">
              <a:avLst/>
            </a:prstGeom>
          </p:spPr>
        </p:pic>
        <p:sp>
          <p:nvSpPr>
            <p:cNvPr id="28" name="textbox 28"/>
            <p:cNvSpPr/>
            <p:nvPr/>
          </p:nvSpPr>
          <p:spPr>
            <a:xfrm>
              <a:off x="-12700" y="-12700"/>
              <a:ext cx="3435350" cy="28962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69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27455" algn="l" rtl="0" eaLnBrk="0">
                <a:lnSpc>
                  <a:spcPct val="88000"/>
                </a:lnSpc>
                <a:tabLst/>
              </a:pP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数字孪生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30" name="picture 3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4408932" y="3429000"/>
            <a:ext cx="2947415" cy="2287523"/>
          </a:xfrm>
          <a:prstGeom prst="rect">
            <a:avLst/>
          </a:prstGeom>
        </p:spPr>
      </p:pic>
      <p:sp>
        <p:nvSpPr>
          <p:cNvPr id="32" name="textbox 32"/>
          <p:cNvSpPr/>
          <p:nvPr/>
        </p:nvSpPr>
        <p:spPr>
          <a:xfrm>
            <a:off x="3698100" y="192697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5435346" y="5804852"/>
            <a:ext cx="936625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63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故障诊断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39268" y="2433828"/>
            <a:ext cx="6111240" cy="4044695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518147" y="2732532"/>
            <a:ext cx="5436108" cy="3305555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833627" y="970788"/>
            <a:ext cx="6939280" cy="646430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7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96519" algn="l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2700" kern="0" spc="10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大型动力系统智能控</a:t>
            </a: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制与智能运维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2" name="textbox 42"/>
          <p:cNvSpPr/>
          <p:nvPr/>
        </p:nvSpPr>
        <p:spPr>
          <a:xfrm>
            <a:off x="864759" y="1872369"/>
            <a:ext cx="7132319" cy="388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2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船舶动力系统、</a:t>
            </a:r>
            <a:r>
              <a:rPr sz="2700" kern="0" spc="-4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中央空调系统、</a:t>
            </a:r>
            <a:r>
              <a:rPr sz="2700" kern="0" spc="-6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核电站等领域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" name="textbox 44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2026-05-21T21:38:40</vt:filetime>
  </property>
</Properties>
</file>