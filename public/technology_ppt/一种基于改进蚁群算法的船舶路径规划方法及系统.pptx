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一种基于改进蚁群算法的船舶路径规划方法及系统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一种基于改进蚁群算法的船舶路径规划方法及系统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一种基于改进蚁群算法的船舶路径规划方法及系统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