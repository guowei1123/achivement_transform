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基于船用雷达的船舶自动定位方法及装置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