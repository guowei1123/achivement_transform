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jpeg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image" Target="../media/image18.jpeg"/><Relationship Id="rId11" Type="http://schemas.openxmlformats.org/officeDocument/2006/relationships/image" Target="../media/image17.jpeg"/><Relationship Id="rId10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4.jpeg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55573" y="711771"/>
            <a:ext cx="8251825" cy="102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9892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复杂施工条件下绿色低成本混凝土设计、</a:t>
            </a:r>
            <a:r>
              <a:rPr sz="2300" b="1" kern="0" spc="-4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制备与养护关键技术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1.2 枢纽建筑混凝土制备与应用关键技术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3023" y="1935480"/>
            <a:ext cx="3215640" cy="232867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09059" y="1953767"/>
            <a:ext cx="3108959" cy="2311908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959596" y="1935479"/>
            <a:ext cx="3063240" cy="221132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59596" y="4440935"/>
            <a:ext cx="3063240" cy="194767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10483" y="4713731"/>
            <a:ext cx="3806952" cy="154686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06552" y="4695444"/>
            <a:ext cx="2481071" cy="1565147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744805" y="3929468"/>
            <a:ext cx="2399562" cy="1178331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501457" y="4317034"/>
            <a:ext cx="4367529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地材成分复杂、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石粉含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泥量高、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材质波动大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6873220" y="4218315"/>
            <a:ext cx="1797050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2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7795" indent="-125095" algn="l" rtl="0" eaLnBrk="0">
              <a:lnSpc>
                <a:spcPct val="91000"/>
              </a:lnSpc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混凝土流变、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化性能难调控</a:t>
            </a:r>
            <a:endParaRPr sz="20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8979572" y="4162311"/>
            <a:ext cx="299466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6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流动性经时损失大、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过早固化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2362098" y="6321145"/>
            <a:ext cx="2995295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施工地点温差大、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距离长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9041548" y="6450672"/>
            <a:ext cx="276542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混凝土体积不稳定导致开裂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63841" y="1086548"/>
            <a:ext cx="4681283" cy="5454027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655726" y="1117612"/>
            <a:ext cx="6419850" cy="2025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混凝土复杂施工条件性能精确调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控关键技术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混凝土绿色低碳化设计与低成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本制备技术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水工混凝土抗裂增强设计与表面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3D打印功能混凝土材料的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设计与制备技术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37095" y="4876228"/>
            <a:ext cx="6387795" cy="166434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88238" y="3211360"/>
            <a:ext cx="6436652" cy="1581454"/>
            <a:chOff x="0" y="0"/>
            <a:chExt cx="6436652" cy="1581454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6436652" cy="1581454"/>
            </a:xfrm>
            <a:prstGeom prst="rect">
              <a:avLst/>
            </a:prstGeom>
          </p:spPr>
        </p:pic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3347669" y="150583"/>
              <a:ext cx="2836163" cy="1184147"/>
            </a:xfrm>
            <a:prstGeom prst="rect">
              <a:avLst/>
            </a:prstGeom>
          </p:spPr>
        </p:pic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317957" y="270979"/>
              <a:ext cx="2836164" cy="1034796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1454327" y="1319695"/>
              <a:ext cx="4147820" cy="264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49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tabLst/>
              </a:pPr>
              <a:r>
                <a:rPr sz="1700" b="1" kern="0" spc="90" dirty="0">
                  <a:solidFill>
                    <a:srgbClr val="00206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水工混凝土抗裂增强设计与表面强化技术</a:t>
              </a:r>
              <a:endParaRPr sz="1700" dirty="0">
                <a:latin typeface="KaiTi"/>
                <a:ea typeface="KaiTi"/>
                <a:cs typeface="KaiTi"/>
              </a:endParaRPr>
            </a:p>
          </p:txBody>
        </p:sp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280147" y="3950207"/>
            <a:ext cx="4360163" cy="2150364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860035" y="5058155"/>
            <a:ext cx="1903476" cy="1162811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703146" y="6221755"/>
            <a:ext cx="39757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按需固化</a:t>
            </a: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3D</a:t>
            </a: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功能混凝土设计与制备技</a:t>
            </a:r>
            <a:r>
              <a:rPr sz="1700" b="1" kern="0" spc="8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术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7637538" y="6147803"/>
            <a:ext cx="390969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混凝土综合性能精确调</a:t>
            </a:r>
            <a:r>
              <a:rPr sz="1700" b="1" kern="0" spc="8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控外加剂生产线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8088338" y="3576078"/>
            <a:ext cx="300101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绿色低碳混凝土胶凝组分</a:t>
            </a:r>
            <a:r>
              <a:rPr sz="1700" b="1" kern="0" spc="8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设计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4217413" y="5424652"/>
            <a:ext cx="327659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3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7000"/>
              </a:lnSpc>
              <a:spcBef>
                <a:spcPts val="10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应用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57700" y="1482852"/>
            <a:ext cx="3421380" cy="2429255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25967" y="1473708"/>
            <a:ext cx="3340608" cy="24384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45196" y="4440935"/>
            <a:ext cx="3421379" cy="1897379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57700" y="4515611"/>
            <a:ext cx="3421380" cy="1821179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299402" y="4919090"/>
            <a:ext cx="3613784" cy="1536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74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省部级奖励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余项（一等奖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项）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36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申请国际、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国内发明专利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余项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452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授权发明专利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余项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发表高水平论文 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500 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余篇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8788" y="1260347"/>
            <a:ext cx="1946147" cy="2630423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99716" y="1260347"/>
            <a:ext cx="1911095" cy="2630423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203844" y="3904415"/>
            <a:ext cx="4340225" cy="594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7065" algn="l" rtl="0" eaLnBrk="0">
              <a:lnSpc>
                <a:spcPct val="87000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低环境负荷水泥、深水隧道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300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功能材料制备与应用</a:t>
            </a: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获国家科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技进步奖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4889476" y="3947033"/>
            <a:ext cx="2566670" cy="287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玉龙喀什水利枢纽工程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8600922" y="6369253"/>
            <a:ext cx="231521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河南驻马店宿鸭湖水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库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340293" y="6357569"/>
            <a:ext cx="1543685" cy="287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武汉长江隧道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9010238" y="3967226"/>
            <a:ext cx="1522730" cy="287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中马友谊大桥</a:t>
            </a:r>
            <a:endParaRPr sz="20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2026-05-21T21:38:48</vt:filetime>
  </property>
</Properties>
</file>