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一种无人水面艇折线路径跟踪控制系统及方法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