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63386" y="1490091"/>
            <a:ext cx="4956809" cy="467334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8785" y="3792410"/>
            <a:ext cx="3520860" cy="2287206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2.10 三峡船舶吃水检测</a:t>
            </a: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31278" y="1210995"/>
            <a:ext cx="3065145" cy="2258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三峡船舶吃水检测系统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1125" algn="l" rtl="0" eaLnBrk="0">
              <a:lnSpc>
                <a:spcPct val="93000"/>
              </a:lnSpc>
              <a:spcBef>
                <a:spcPts val="604"/>
              </a:spcBef>
              <a:tabLst/>
            </a:pP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船舶吃水自动检测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11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船舶身份检测与关联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11125" algn="l" rtl="0" eaLnBrk="0">
              <a:lnSpc>
                <a:spcPct val="93000"/>
              </a:lnSpc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超吃水判断及信息推送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456276" y="1554479"/>
            <a:ext cx="11462928" cy="4876527"/>
            <a:chOff x="0" y="0"/>
            <a:chExt cx="11462928" cy="4876527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1462928" cy="4876527"/>
            </a:xfrm>
            <a:prstGeom prst="rect">
              <a:avLst/>
            </a:prstGeom>
          </p:spPr>
        </p:pic>
        <p:sp>
          <p:nvSpPr>
            <p:cNvPr id="14" name="textbox 14"/>
            <p:cNvSpPr/>
            <p:nvPr/>
          </p:nvSpPr>
          <p:spPr>
            <a:xfrm>
              <a:off x="199449" y="111772"/>
              <a:ext cx="3981450" cy="9118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55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6000"/>
                </a:lnSpc>
                <a:tabLst>
                  <a:tab pos="228600" algn="l"/>
                </a:tabLst>
              </a:pP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船舶吃水识别与分析技术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6000"/>
                </a:lnSpc>
                <a:spcBef>
                  <a:spcPts val="2"/>
                </a:spcBef>
                <a:tabLst>
                  <a:tab pos="228600" algn="l"/>
                </a:tabLst>
              </a:pP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船舶身份识别与关联技术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212149" y="673112"/>
              <a:ext cx="216408" cy="337718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212149" y="124472"/>
              <a:ext cx="216408" cy="337718"/>
            </a:xfrm>
            <a:prstGeom prst="rect">
              <a:avLst/>
            </a:prstGeom>
          </p:spPr>
        </p:pic>
      </p:grpSp>
      <p:sp>
        <p:nvSpPr>
          <p:cNvPr id="20" name="textbox 20"/>
          <p:cNvSpPr/>
          <p:nvPr/>
        </p:nvSpPr>
        <p:spPr>
          <a:xfrm>
            <a:off x="655726" y="420509"/>
            <a:ext cx="7511415" cy="1060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检测数据样本采集技术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347645" y="2205749"/>
            <a:ext cx="8871798" cy="3809150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131064" y="1124711"/>
            <a:ext cx="4191000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906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三峡过闸船舶超吃水自动检测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2026-05-21T21:38:46</vt:filetime>
  </property>
</Properties>
</file>