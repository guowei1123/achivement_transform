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5068" y="2631947"/>
            <a:ext cx="5519928" cy="3887723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20929" y="711771"/>
            <a:ext cx="11853544" cy="1685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3357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66"/>
              </a:spcBef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混凝土制品产量大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流程复杂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，信息化程度低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监管难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，溯源难。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开发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高强、</a:t>
            </a:r>
            <a:r>
              <a:rPr sz="2300" b="1" kern="0" spc="-5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高耐久、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7000"/>
              </a:lnSpc>
              <a:spcBef>
                <a:spcPts val="362"/>
              </a:spcBef>
              <a:tabLst/>
            </a:pP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抗污染、</a:t>
            </a:r>
            <a:r>
              <a:rPr sz="2300" b="1" kern="0" spc="-4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耐磨损、</a:t>
            </a:r>
            <a:r>
              <a:rPr sz="2300" b="1" kern="0" spc="-5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可交互数字骨料</a:t>
            </a:r>
            <a:r>
              <a:rPr sz="2300" b="1" kern="0" spc="-3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实现混凝土设计、</a:t>
            </a:r>
            <a:r>
              <a:rPr sz="2300" b="1" kern="0" spc="-54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生产、</a:t>
            </a:r>
            <a:r>
              <a:rPr sz="2300" b="1" kern="0" spc="-5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安装、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运行、</a:t>
            </a:r>
            <a:r>
              <a:rPr sz="2300" b="1" kern="0" spc="-5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维护、</a:t>
            </a:r>
            <a:r>
              <a:rPr sz="23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拆除</a:t>
            </a: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全生命周期</a:t>
            </a:r>
            <a:r>
              <a:rPr sz="23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的数字化管理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58356" y="2631947"/>
            <a:ext cx="4224528" cy="3887723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1.4 数字骨料技术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1587792" y="2110257"/>
            <a:ext cx="9089732" cy="4064571"/>
            <a:chOff x="0" y="0"/>
            <a:chExt cx="9089732" cy="4064571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089732" cy="4064571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4033391" y="1263696"/>
              <a:ext cx="4821554" cy="26555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2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997075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860~960MHz</a:t>
              </a: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频率可读可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marL="1991995" indent="1270" algn="l" rtl="0" eaLnBrk="0">
                <a:lnSpc>
                  <a:spcPct val="122000"/>
                </a:lnSpc>
                <a:spcBef>
                  <a:spcPts val="5"/>
                </a:spcBef>
                <a:tabLst/>
              </a:pP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写</a:t>
              </a:r>
              <a:r>
                <a:rPr sz="2000" b="1" kern="0" spc="-30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，可重复擦写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万次</a:t>
              </a:r>
              <a:r>
                <a:rPr sz="2000" b="1" kern="0" spc="-34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2000" b="1" kern="0" spc="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读写距离</a:t>
              </a:r>
              <a:r>
                <a:rPr sz="2000" b="1" kern="0" spc="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0.5~6</a:t>
              </a: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；采用</a:t>
              </a:r>
              <a:r>
                <a:rPr sz="2000" b="1" kern="0" spc="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ISO</a:t>
              </a:r>
              <a:r>
                <a:rPr sz="2000" b="1" kern="0" spc="20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18000-6C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工作协议，</a:t>
              </a: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抗金属干扰。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技术原理与优势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" name="textbox 14"/>
          <p:cNvSpPr/>
          <p:nvPr/>
        </p:nvSpPr>
        <p:spPr>
          <a:xfrm>
            <a:off x="655726" y="420509"/>
            <a:ext cx="10991850" cy="1588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开发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高强、</a:t>
            </a:r>
            <a:r>
              <a:rPr sz="2300" b="1" kern="0" spc="-5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高耐久、</a:t>
            </a:r>
            <a:r>
              <a:rPr sz="2300" b="1" kern="0" spc="-5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抗污染、</a:t>
            </a:r>
            <a:r>
              <a:rPr sz="2300" b="1" kern="0" spc="-4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耐磨损、</a:t>
            </a:r>
            <a:r>
              <a:rPr sz="2300" b="1" kern="0" spc="-5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可交互数字骨料</a:t>
            </a:r>
            <a:r>
              <a:rPr sz="2300" b="1" kern="0" spc="-3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实现混凝土设计、</a:t>
            </a:r>
            <a:r>
              <a:rPr sz="2300" b="1" kern="0" spc="-54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618490" algn="l" rtl="0" eaLnBrk="0">
              <a:lnSpc>
                <a:spcPts val="4151"/>
              </a:lnSpc>
              <a:tabLst/>
            </a:pP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产、运输、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安装、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运行、</a:t>
            </a:r>
            <a:r>
              <a:rPr sz="2300" b="1" kern="0" spc="-5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维护、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拆除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全生命周期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3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数字化管理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3531" y="1056297"/>
            <a:ext cx="9985082" cy="5559819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1213103" y="3564636"/>
            <a:ext cx="4671059" cy="2641091"/>
            <a:chOff x="0" y="0"/>
            <a:chExt cx="4671059" cy="2641091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71059" cy="2641091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82486" y="62470"/>
              <a:ext cx="935989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管桩堆放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8421664" y="3500368"/>
            <a:ext cx="2390464" cy="2780918"/>
            <a:chOff x="0" y="0"/>
            <a:chExt cx="2390464" cy="2780918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390464" cy="2780918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156131" y="127196"/>
              <a:ext cx="93726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1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信息读取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042659" y="3564635"/>
            <a:ext cx="2275332" cy="2642616"/>
            <a:chOff x="0" y="0"/>
            <a:chExt cx="2275332" cy="2642616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275332" cy="2642616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81572" y="62928"/>
              <a:ext cx="93726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1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信息读取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3593591" y="1185671"/>
            <a:ext cx="2290572" cy="2305811"/>
            <a:chOff x="0" y="0"/>
            <a:chExt cx="2290572" cy="2305811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290572" cy="2305811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88366" y="14008"/>
              <a:ext cx="159511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374"/>
                </a:lnSpc>
                <a:tabLst/>
              </a:pPr>
              <a:r>
                <a:rPr sz="1700" b="1" kern="0" spc="7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C80混凝土浇筑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8476488" y="1185671"/>
            <a:ext cx="2261615" cy="2305811"/>
            <a:chOff x="0" y="0"/>
            <a:chExt cx="2261615" cy="2305811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261615" cy="2305811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88277" y="14008"/>
              <a:ext cx="127253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374"/>
                </a:lnSpc>
                <a:tabLst/>
              </a:pPr>
              <a:r>
                <a:rPr sz="1700" b="1" kern="0" spc="6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85℃蒸养8h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1197863" y="1185671"/>
            <a:ext cx="2260091" cy="2305811"/>
            <a:chOff x="0" y="0"/>
            <a:chExt cx="2260091" cy="2305811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260091" cy="2305811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81127" y="62014"/>
              <a:ext cx="1395730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2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数字骨料预埋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6065520" y="1185671"/>
            <a:ext cx="2252472" cy="2305811"/>
            <a:chOff x="0" y="0"/>
            <a:chExt cx="2252472" cy="2305811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252472" cy="2305811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230085" y="60642"/>
              <a:ext cx="93535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8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高速离心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48" name="textbox 4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4408238" y="6270962"/>
            <a:ext cx="3072129" cy="288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数字骨料用于管桩智</a:t>
            </a:r>
            <a:r>
              <a:rPr sz="2000" b="1" kern="0" spc="-1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能管理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2026-05-21T21:38:46</vt:filetime>
  </property>
</Properties>
</file>