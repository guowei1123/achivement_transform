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一种基于双毫米波雷达的船舶环境下步态识别方法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