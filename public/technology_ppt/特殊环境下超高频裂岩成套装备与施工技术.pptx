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48036" y="1454017"/>
            <a:ext cx="5746927" cy="4824053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1.5 特殊环境下超高频裂岩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成套装备与施工技术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038037" y="2811933"/>
            <a:ext cx="3649979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环境友好型清礁方案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成体系的疏浚施工分析方法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适应多种场景的裂岩成套设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备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00849" y="950493"/>
            <a:ext cx="4681282" cy="566563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88238" y="3211360"/>
            <a:ext cx="3788841" cy="3404768"/>
            <a:chOff x="0" y="0"/>
            <a:chExt cx="3788841" cy="3404768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788841" cy="3404768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-12700" y="-12700"/>
              <a:ext cx="3814445" cy="34315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27025" algn="l" rtl="0" eaLnBrk="0">
                <a:lnSpc>
                  <a:spcPct val="88000"/>
                </a:lnSpc>
                <a:spcBef>
                  <a:spcPts val="5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高频碎岩室内试验台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6" name="textbox 16"/>
          <p:cNvSpPr/>
          <p:nvPr/>
        </p:nvSpPr>
        <p:spPr>
          <a:xfrm>
            <a:off x="655726" y="1117612"/>
            <a:ext cx="64198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基于有限元分析的高频破岩锤水下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碎岩模型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高频碎岩试验装备与技术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高频碎岩成套装备设计与制造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高频碎岩施工工艺方案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4348302" y="3206343"/>
            <a:ext cx="2925597" cy="3404768"/>
            <a:chOff x="0" y="0"/>
            <a:chExt cx="2925597" cy="3404768"/>
          </a:xfrm>
        </p:grpSpPr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925597" cy="3404768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455434" y="2878163"/>
              <a:ext cx="2078354" cy="2552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51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高频碎岩锤数值模拟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609331" y="1533144"/>
            <a:ext cx="1868423" cy="3884675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672827" y="1920240"/>
            <a:ext cx="2119883" cy="3290315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7828533" y="5782500"/>
            <a:ext cx="367982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布点方案与三维重构法绘制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水下地形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77611" y="4244340"/>
            <a:ext cx="3026664" cy="209092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64570" y="884257"/>
            <a:ext cx="4451044" cy="5887510"/>
          </a:xfrm>
          <a:prstGeom prst="rect">
            <a:avLst/>
          </a:prstGeom>
        </p:spPr>
      </p:pic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297002" y="665365"/>
          <a:ext cx="3874135" cy="6106159"/>
        </p:xfrm>
        <a:graphic>
          <a:graphicData uri="http://schemas.openxmlformats.org/drawingml/2006/table">
            <a:tbl>
              <a:tblPr/>
              <a:tblGrid>
                <a:gridCol w="3874135"/>
              </a:tblGrid>
              <a:tr h="60998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7094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超高频裂岩成套装备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4337" y="938847"/>
            <a:ext cx="3404412" cy="5245849"/>
          </a:xfrm>
          <a:prstGeom prst="rect">
            <a:avLst/>
          </a:prstGeom>
        </p:spPr>
      </p:pic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9173426" y="1224826"/>
          <a:ext cx="3008630" cy="5546725"/>
        </p:xfrm>
        <a:graphic>
          <a:graphicData uri="http://schemas.openxmlformats.org/drawingml/2006/table">
            <a:tbl>
              <a:tblPr/>
              <a:tblGrid>
                <a:gridCol w="3008630"/>
              </a:tblGrid>
              <a:tr h="5540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高频破岩锤水下碎岩模型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3310" algn="l" rtl="0" eaLnBrk="0">
                        <a:lnSpc>
                          <a:spcPct val="87000"/>
                        </a:lnSpc>
                        <a:spcBef>
                          <a:spcPts val="424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单齿模型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497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双齿模型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8" name="picture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685019" y="1915667"/>
            <a:ext cx="1847088" cy="1400555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791700" y="5116067"/>
            <a:ext cx="2055876" cy="1237488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422892" y="3649979"/>
            <a:ext cx="1368552" cy="1237488"/>
          </a:xfrm>
          <a:prstGeom prst="rect">
            <a:avLst/>
          </a:prstGeom>
        </p:spPr>
      </p:pic>
      <p:sp>
        <p:nvSpPr>
          <p:cNvPr id="54" name="textbox 54"/>
          <p:cNvSpPr/>
          <p:nvPr/>
        </p:nvSpPr>
        <p:spPr>
          <a:xfrm>
            <a:off x="4907317" y="233082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545619" y="6415430"/>
            <a:ext cx="2536825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水下施工结果扫描对比图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7185228" y="891565"/>
            <a:ext cx="2079625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8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相关论文与专利成果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2026-05-21T21:38:47</vt:filetime>
  </property>
</Properties>
</file>