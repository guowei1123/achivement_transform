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一种基于模糊控制的抓斗防摇方法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一种基于模糊控制的抓斗防摇方法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一种基于模糊控制的抓斗防摇方法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