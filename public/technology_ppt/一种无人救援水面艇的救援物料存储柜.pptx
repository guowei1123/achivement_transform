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一种无人救援水面艇的救援物料存储柜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一种无人救援水面艇的救援物料存储柜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一种无人救援水面艇的救援物料存储柜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