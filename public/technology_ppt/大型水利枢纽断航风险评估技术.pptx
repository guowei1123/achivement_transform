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pn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914068"/>
            <a:ext cx="5915761" cy="343945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13450" y="2097063"/>
            <a:ext cx="3649979" cy="335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风险情景分析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施工期风险识别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断航风险等级评估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施工期断航过坝运输影响分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应对措施分析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96937" y="711771"/>
            <a:ext cx="9776459" cy="1026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大型水利枢纽长施工期通航安全风险评估                    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改建三号船闸方</a:t>
            </a:r>
            <a:r>
              <a:rPr sz="23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5.4 大型水利枢纽断航风险评估技术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36411" y="1011301"/>
            <a:ext cx="6245719" cy="53454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542" y="3206800"/>
            <a:ext cx="5339701" cy="31325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53627" y="4468367"/>
            <a:ext cx="3243071" cy="16764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8103" y="1296161"/>
            <a:ext cx="3676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过坝运输影响分析方法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通航安全评估方法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社会稳定风险评估方法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0803" y="2406141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803" y="185750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0803" y="1308861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856" y="3425952"/>
            <a:ext cx="4067555" cy="100583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01511" y="2976372"/>
            <a:ext cx="3421379" cy="117418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34683" y="4468367"/>
            <a:ext cx="2220468" cy="16824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70320" y="1129284"/>
            <a:ext cx="2343912" cy="14782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334500" y="1100328"/>
            <a:ext cx="2103119" cy="132892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659111" y="2816352"/>
            <a:ext cx="2103120" cy="119481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957762" y="4583346"/>
            <a:ext cx="162433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产业链与供应链分析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243072" y="4747259"/>
            <a:ext cx="2107692" cy="113690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1896" y="4791455"/>
            <a:ext cx="2183891" cy="10485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7562" y="5917416"/>
            <a:ext cx="4850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葛洲坝枢纽客运量统计图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葛洲坝三座船闸货运量分担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柱状图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84050" y="4047686"/>
            <a:ext cx="1624330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2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社会稳定风险负面后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果及其定量值范围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047514" y="2523877"/>
            <a:ext cx="28689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过闸危险货物运量、艘次及流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90393" y="4207145"/>
            <a:ext cx="232854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断航、通航风险等级划分标准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03637" y="2677597"/>
            <a:ext cx="21545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三峡枢纽各类货物运量分析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227279" y="6070059"/>
            <a:ext cx="179958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专家问卷调查结果统计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4111" y="1930908"/>
            <a:ext cx="3378707" cy="469696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0308" y="3529583"/>
            <a:ext cx="5274563" cy="2743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66" y="1177925"/>
            <a:ext cx="5586183" cy="1663966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69252" y="961644"/>
            <a:ext cx="4755515" cy="86296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indent="146685" algn="l" rtl="0" eaLnBrk="0">
              <a:lnSpc>
                <a:spcPct val="113000"/>
              </a:lnSpc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《三峡水运新通道断航和通航安全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稳定风险及应对措施研究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》报告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139761" y="2978530"/>
            <a:ext cx="501459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施工期三江航道航线布置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（下游引航道开挖Ⅰ期）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233523" y="6416599"/>
            <a:ext cx="249618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长江溪桥（黄柏河大桥）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