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jpeg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31139" y="711771"/>
            <a:ext cx="10040619" cy="4123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4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三峡新通道代表船型研发平台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spcBef>
                <a:spcPts val="603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采用理论分析、数值模拟、模型试验、模拟器仿真模拟多位一体的研究手段</a:t>
            </a:r>
            <a:r>
              <a:rPr sz="20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，建立三峡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75920" indent="1270" algn="l" rtl="0" eaLnBrk="0">
              <a:lnSpc>
                <a:spcPct val="205000"/>
              </a:lnSpc>
              <a:spcBef>
                <a:spcPts val="54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XTD复杂通航环境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条件下船型研发平台</a:t>
            </a:r>
            <a:r>
              <a:rPr sz="20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，包括船型规划论证、船舶型线参数化建模与光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顺、船舶智能布置设计、船舶多学科性能优化、风流联合作用下内河船舶操纵模拟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仿真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系统、长江船型EEDI数据库等三峡XTD标准船型综合研发技术平台。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3.3 三峡新通道代表船型研发平台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/>
          <p:nvPr/>
        </p:nvSpPr>
        <p:spPr>
          <a:xfrm>
            <a:off x="655726" y="420509"/>
            <a:ext cx="7511415" cy="3819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通航船型规划论证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船舶型线参数化建模与光顺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船舶智能布置设计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船舶多学科性能优化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风流联合作用下内河船舶操纵模拟仿真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长江船型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EEDI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数据库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3873512"/>
            <a:ext cx="216408" cy="337718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81940" y="321627"/>
            <a:ext cx="12091669" cy="1362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961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22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该船型研发技术平台已应用于三峡新通道代表船型研究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，另外也应用于全国内河主要通航水域如长江干线、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西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江干线、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8000"/>
              </a:lnSpc>
              <a:spcBef>
                <a:spcPts val="365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京杭运河；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嘉陵江、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乌江、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湘江、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汉江、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赣江；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金沙江、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上湄公河、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红河、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平陆运河、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北江等多种类型的水利水电工程。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89647" y="2520695"/>
            <a:ext cx="4876800" cy="2061972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75275" y="2366771"/>
            <a:ext cx="1783079" cy="276606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0020" y="2727960"/>
            <a:ext cx="1638300" cy="1078991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21051" y="2717292"/>
            <a:ext cx="1546860" cy="108813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321051" y="4332731"/>
            <a:ext cx="1636776" cy="900683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59079" y="4280915"/>
            <a:ext cx="1440180" cy="9128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7880604" y="5760720"/>
            <a:ext cx="2809239" cy="24257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37184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内河过闸运输船舶标准船型主尺度系列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2258567" y="5760720"/>
            <a:ext cx="1876425" cy="24447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06070" algn="l" rtl="0" eaLnBrk="0">
              <a:lnSpc>
                <a:spcPct val="91000"/>
              </a:lnSpc>
              <a:tabLst/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平陆运河最大通航船型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4835652" y="5760720"/>
            <a:ext cx="1823085" cy="24257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91000"/>
              </a:lnSpc>
              <a:spcBef>
                <a:spcPts val="3"/>
              </a:spcBef>
              <a:tabLst/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三峡两坝间通航标准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259079" y="5760720"/>
            <a:ext cx="1617344" cy="24257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XTD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设计代表船型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2026-05-21T21:38:44</vt:filetime>
  </property>
</Properties>
</file>