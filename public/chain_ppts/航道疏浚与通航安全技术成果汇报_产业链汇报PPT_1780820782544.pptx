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ua1_slideLayout1.xml" ContentType="application/vnd.openxmlformats-officedocument.presentationml.slideLayout+xml"/>
  <Override PartName="/ppt/slideMasters/ua1_slideMaster1.xml" ContentType="application/vnd.openxmlformats-officedocument.presentationml.slideMaster+xml"/>
  <Override PartName="/ppt/theme/ua1_theme1.xml" ContentType="application/vnd.openxmlformats-officedocument.theme+xml"/>
  <Override PartName="/ppt/slideLayouts/ua2_slideLayout1.xml" ContentType="application/vnd.openxmlformats-officedocument.presentationml.slideLayout+xml"/>
  <Override PartName="/ppt/slideMasters/ua2_slideMaster1.xml" ContentType="application/vnd.openxmlformats-officedocument.presentationml.slideMaster+xml"/>
  <Override PartName="/ppt/theme/ua2_theme1.xml" ContentType="application/vnd.openxmlformats-officedocument.theme+xml"/>
  <Override PartName="/ppt/slideLayouts/ua3_slideLayout1.xml" ContentType="application/vnd.openxmlformats-officedocument.presentationml.slideLayout+xml"/>
  <Override PartName="/ppt/slideMasters/ua3_slideMaster1.xml" ContentType="application/vnd.openxmlformats-officedocument.presentationml.slideMaster+xml"/>
  <Override PartName="/ppt/theme/ua3_theme1.xml" ContentType="application/vnd.openxmlformats-officedocument.theme+xml"/>
  <Override PartName="/ppt/slideLayouts/ua4_slideLayout1.xml" ContentType="application/vnd.openxmlformats-officedocument.presentationml.slideLayout+xml"/>
  <Override PartName="/ppt/slideMasters/ua4_slideMaster1.xml" ContentType="application/vnd.openxmlformats-officedocument.presentationml.slideMaster+xml"/>
  <Override PartName="/ppt/theme/ua4_theme1.xml" ContentType="application/vnd.openxmlformats-officedocument.theme+xml"/>
  <Override PartName="/ppt/slideLayouts/ua5_slideLayout1.xml" ContentType="application/vnd.openxmlformats-officedocument.presentationml.slideLayout+xml"/>
  <Override PartName="/ppt/slideMasters/ua5_slideMaster1.xml" ContentType="application/vnd.openxmlformats-officedocument.presentationml.slideMaster+xml"/>
  <Override PartName="/ppt/theme/ua5_theme1.xml" ContentType="application/vnd.openxmlformats-officedocument.theme+xml"/>
  <Override PartName="/ppt/slideLayouts/ua6_slideLayout1.xml" ContentType="application/vnd.openxmlformats-officedocument.presentationml.slideLayout+xml"/>
  <Override PartName="/ppt/slideMasters/ua6_slideMaster1.xml" ContentType="application/vnd.openxmlformats-officedocument.presentationml.slideMaster+xml"/>
  <Override PartName="/ppt/theme/ua6_theme1.xml" ContentType="application/vnd.openxmlformats-officedocument.theme+xml"/>
  <Override PartName="/ppt/slideLayouts/ua7_slideLayout1.xml" ContentType="application/vnd.openxmlformats-officedocument.presentationml.slideLayout+xml"/>
  <Override PartName="/ppt/slideMasters/ua7_slideMaster1.xml" ContentType="application/vnd.openxmlformats-officedocument.presentationml.slideMaster+xml"/>
  <Override PartName="/ppt/theme/ua7_theme1.xml" ContentType="application/vnd.openxmlformats-officedocument.theme+xml"/>
  <Override PartName="/ppt/slideLayouts/ua8_slideLayout1.xml" ContentType="application/vnd.openxmlformats-officedocument.presentationml.slideLayout+xml"/>
  <Override PartName="/ppt/slideMasters/ua8_slideMaster1.xml" ContentType="application/vnd.openxmlformats-officedocument.presentationml.slideMaster+xml"/>
  <Override PartName="/ppt/theme/ua8_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ua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_slideMaster1.xml"/></Relationships>
</file>

<file path=ppt/slideLayouts/_rels/ua2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2_slideMaster1.xml"/></Relationships>
</file>

<file path=ppt/slideLayouts/_rels/ua3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3_slideMaster1.xml"/></Relationships>
</file>

<file path=ppt/slideLayouts/_rels/ua4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4_slideMaster1.xml"/></Relationships>
</file>

<file path=ppt/slideLayouts/_rels/ua5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5_slideMaster1.xml"/></Relationships>
</file>

<file path=ppt/slideLayouts/_rels/ua6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6_slideMaster1.xml"/></Relationships>
</file>

<file path=ppt/slideLayouts/_rels/ua7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7_slideMaster1.xml"/></Relationships>
</file>

<file path=ppt/slideLayouts/_rels/ua8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8_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2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3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4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5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6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7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8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1_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ua1_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2_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ua2_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3_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ua3_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4_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ua4_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5_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ua5_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6_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ua6_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7_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ua7_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8_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ua8_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2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3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4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5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6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7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8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1.png"/><Relationship Id="rId1" Type="http://schemas.openxmlformats.org/officeDocument/2006/relationships/image" Target="../media/image100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1_slideLayout1.xml"/><Relationship Id="rId2" Type="http://schemas.openxmlformats.org/officeDocument/2006/relationships/image" Target="../media/image1002.png"/><Relationship Id="rId1" Type="http://schemas.openxmlformats.org/officeDocument/2006/relationships/image" Target="../media/image100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1_slideLayout1.xml"/><Relationship Id="rId2" Type="http://schemas.openxmlformats.org/officeDocument/2006/relationships/image" Target="../media/image1002.png"/><Relationship Id="rId1" Type="http://schemas.openxmlformats.org/officeDocument/2006/relationships/image" Target="../media/image100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1_slideLayout1.xml"/><Relationship Id="rId2" Type="http://schemas.openxmlformats.org/officeDocument/2006/relationships/image" Target="../media/image1002.png"/><Relationship Id="rId1" Type="http://schemas.openxmlformats.org/officeDocument/2006/relationships/image" Target="../media/image100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2_slideLayout1.xml"/><Relationship Id="rId2" Type="http://schemas.openxmlformats.org/officeDocument/2006/relationships/image" Target="../media/image1004.png"/><Relationship Id="rId1" Type="http://schemas.openxmlformats.org/officeDocument/2006/relationships/image" Target="../media/image100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2_slideLayout1.xml"/><Relationship Id="rId2" Type="http://schemas.openxmlformats.org/officeDocument/2006/relationships/image" Target="../media/image1004.png"/><Relationship Id="rId1" Type="http://schemas.openxmlformats.org/officeDocument/2006/relationships/image" Target="../media/image100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2_slideLayout1.xml"/><Relationship Id="rId2" Type="http://schemas.openxmlformats.org/officeDocument/2006/relationships/image" Target="../media/image1004.png"/><Relationship Id="rId1" Type="http://schemas.openxmlformats.org/officeDocument/2006/relationships/image" Target="../media/image100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3_slideLayout1.xml"/><Relationship Id="rId2" Type="http://schemas.openxmlformats.org/officeDocument/2006/relationships/image" Target="../media/image1006.png"/><Relationship Id="rId1" Type="http://schemas.openxmlformats.org/officeDocument/2006/relationships/image" Target="../media/image100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3_slideLayout1.xml"/><Relationship Id="rId2" Type="http://schemas.openxmlformats.org/officeDocument/2006/relationships/image" Target="../media/image1006.png"/><Relationship Id="rId1" Type="http://schemas.openxmlformats.org/officeDocument/2006/relationships/image" Target="../media/image100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3_slideLayout1.xml"/><Relationship Id="rId2" Type="http://schemas.openxmlformats.org/officeDocument/2006/relationships/image" Target="../media/image1006.png"/><Relationship Id="rId1" Type="http://schemas.openxmlformats.org/officeDocument/2006/relationships/image" Target="../media/image100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4_slideLayout1.xml"/><Relationship Id="rId2" Type="http://schemas.openxmlformats.org/officeDocument/2006/relationships/image" Target="../media/image1008.png"/><Relationship Id="rId1" Type="http://schemas.openxmlformats.org/officeDocument/2006/relationships/image" Target="../media/image100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4_slideLayout1.xml"/><Relationship Id="rId2" Type="http://schemas.openxmlformats.org/officeDocument/2006/relationships/image" Target="../media/image1008.png"/><Relationship Id="rId1" Type="http://schemas.openxmlformats.org/officeDocument/2006/relationships/image" Target="../media/image100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4_slideLayout1.xml"/><Relationship Id="rId2" Type="http://schemas.openxmlformats.org/officeDocument/2006/relationships/image" Target="../media/image1008.png"/><Relationship Id="rId1" Type="http://schemas.openxmlformats.org/officeDocument/2006/relationships/image" Target="../media/image100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5_slideLayout1.xml"/><Relationship Id="rId2" Type="http://schemas.openxmlformats.org/officeDocument/2006/relationships/image" Target="../media/image1010.png"/><Relationship Id="rId1" Type="http://schemas.openxmlformats.org/officeDocument/2006/relationships/image" Target="../media/image10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5_slideLayout1.xml"/><Relationship Id="rId2" Type="http://schemas.openxmlformats.org/officeDocument/2006/relationships/image" Target="../media/image1010.png"/><Relationship Id="rId1" Type="http://schemas.openxmlformats.org/officeDocument/2006/relationships/image" Target="../media/image10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5_slideLayout1.xml"/><Relationship Id="rId2" Type="http://schemas.openxmlformats.org/officeDocument/2006/relationships/image" Target="../media/image1010.png"/><Relationship Id="rId1" Type="http://schemas.openxmlformats.org/officeDocument/2006/relationships/image" Target="../media/image10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6_slideLayout1.xml"/><Relationship Id="rId2" Type="http://schemas.openxmlformats.org/officeDocument/2006/relationships/image" Target="../media/image1012.png"/><Relationship Id="rId1" Type="http://schemas.openxmlformats.org/officeDocument/2006/relationships/image" Target="../media/image10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6_slideLayout1.xml"/><Relationship Id="rId2" Type="http://schemas.openxmlformats.org/officeDocument/2006/relationships/image" Target="../media/image1012.png"/><Relationship Id="rId1" Type="http://schemas.openxmlformats.org/officeDocument/2006/relationships/image" Target="../media/image10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6_slideLayout1.xml"/><Relationship Id="rId2" Type="http://schemas.openxmlformats.org/officeDocument/2006/relationships/image" Target="../media/image1012.png"/><Relationship Id="rId1" Type="http://schemas.openxmlformats.org/officeDocument/2006/relationships/image" Target="../media/image10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15.png"/><Relationship Id="rId1" Type="http://schemas.openxmlformats.org/officeDocument/2006/relationships/image" Target="../media/image10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7_slideLayout1.xml"/><Relationship Id="rId2" Type="http://schemas.openxmlformats.org/officeDocument/2006/relationships/image" Target="../media/image1016.png"/><Relationship Id="rId1" Type="http://schemas.openxmlformats.org/officeDocument/2006/relationships/image" Target="../media/image10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7_slideLayout1.xml"/><Relationship Id="rId2" Type="http://schemas.openxmlformats.org/officeDocument/2006/relationships/image" Target="../media/image1016.png"/><Relationship Id="rId1" Type="http://schemas.openxmlformats.org/officeDocument/2006/relationships/image" Target="../media/image10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7_slideLayout1.xml"/><Relationship Id="rId2" Type="http://schemas.openxmlformats.org/officeDocument/2006/relationships/image" Target="../media/image1016.png"/><Relationship Id="rId1" Type="http://schemas.openxmlformats.org/officeDocument/2006/relationships/image" Target="../media/image10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19.png"/><Relationship Id="rId1" Type="http://schemas.openxmlformats.org/officeDocument/2006/relationships/image" Target="../media/image10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8_slideLayout1.xml"/><Relationship Id="rId2" Type="http://schemas.openxmlformats.org/officeDocument/2006/relationships/image" Target="../media/image1020.png"/><Relationship Id="rId1" Type="http://schemas.openxmlformats.org/officeDocument/2006/relationships/image" Target="../media/image10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8_slideLayout1.xml"/><Relationship Id="rId2" Type="http://schemas.openxmlformats.org/officeDocument/2006/relationships/image" Target="../media/image1020.png"/><Relationship Id="rId1" Type="http://schemas.openxmlformats.org/officeDocument/2006/relationships/image" Target="../media/image10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ua8_slideLayout1.xml"/><Relationship Id="rId2" Type="http://schemas.openxmlformats.org/officeDocument/2006/relationships/image" Target="../media/image1020.png"/><Relationship Id="rId1" Type="http://schemas.openxmlformats.org/officeDocument/2006/relationships/image" Target="../media/image10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航道疏浚与通航安全技术成果汇报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651760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651760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6090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64992" y="2660904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光纤传感与光电技术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0240" y="3310128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310128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319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3319272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土木建筑与城乡发展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、光纤传感与光电技术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、土木建筑与城乡发展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未命名成果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_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2_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3_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4_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5_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6_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7_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8_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