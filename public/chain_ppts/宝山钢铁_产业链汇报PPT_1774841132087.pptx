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  <p:sldId id="847" r:id="rId6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Relationship Id="rId600" Type="http://schemas.openxmlformats.org/officeDocument/2006/relationships/slide" Target="slides/slide59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宝山钢铁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