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  <p:sldId id="364" r:id="rId117"/>
    <p:sldId id="365" r:id="rId118"/>
    <p:sldId id="366" r:id="rId119"/>
    <p:sldId id="367" r:id="rId120"/>
    <p:sldId id="368" r:id="rId121"/>
    <p:sldId id="369" r:id="rId122"/>
    <p:sldId id="370" r:id="rId123"/>
    <p:sldId id="371" r:id="rId124"/>
    <p:sldId id="372" r:id="rId125"/>
    <p:sldId id="373" r:id="rId126"/>
    <p:sldId id="374" r:id="rId127"/>
    <p:sldId id="375" r:id="rId128"/>
    <p:sldId id="376" r:id="rId129"/>
    <p:sldId id="377" r:id="rId1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Relationship Id="rId117" Type="http://schemas.openxmlformats.org/officeDocument/2006/relationships/slide" Target="slides/slide109.xml"/><Relationship Id="rId118" Type="http://schemas.openxmlformats.org/officeDocument/2006/relationships/slide" Target="slides/slide110.xml"/><Relationship Id="rId119" Type="http://schemas.openxmlformats.org/officeDocument/2006/relationships/slide" Target="slides/slide111.xml"/><Relationship Id="rId120" Type="http://schemas.openxmlformats.org/officeDocument/2006/relationships/slide" Target="slides/slide112.xml"/><Relationship Id="rId121" Type="http://schemas.openxmlformats.org/officeDocument/2006/relationships/slide" Target="slides/slide113.xml"/><Relationship Id="rId122" Type="http://schemas.openxmlformats.org/officeDocument/2006/relationships/slide" Target="slides/slide114.xml"/><Relationship Id="rId123" Type="http://schemas.openxmlformats.org/officeDocument/2006/relationships/slide" Target="slides/slide115.xml"/><Relationship Id="rId124" Type="http://schemas.openxmlformats.org/officeDocument/2006/relationships/slide" Target="slides/slide116.xml"/><Relationship Id="rId125" Type="http://schemas.openxmlformats.org/officeDocument/2006/relationships/slide" Target="slides/slide117.xml"/><Relationship Id="rId126" Type="http://schemas.openxmlformats.org/officeDocument/2006/relationships/slide" Target="slides/slide118.xml"/><Relationship Id="rId127" Type="http://schemas.openxmlformats.org/officeDocument/2006/relationships/slide" Target="slides/slide119.xml"/><Relationship Id="rId128" Type="http://schemas.openxmlformats.org/officeDocument/2006/relationships/slide" Target="slides/slide120.xml"/><Relationship Id="rId129" Type="http://schemas.openxmlformats.org/officeDocument/2006/relationships/slide" Target="slides/slide121.xml"/><Relationship Id="rId130" Type="http://schemas.openxmlformats.org/officeDocument/2006/relationships/slide" Target="slides/slide12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2026年4月29日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上海电气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3" name="组合 14"/>
          <p:cNvGrpSpPr/>
          <p:nvPr/>
        </p:nvGrpSpPr>
        <p:grpSpPr bwMode="auto">
          <a:xfrm>
            <a:off x="1271464" y="3360683"/>
            <a:ext cx="10153126" cy="1450975"/>
            <a:chOff x="-1" y="188907"/>
            <a:chExt cx="7645784" cy="985497"/>
          </a:xfrm>
        </p:grpSpPr>
        <p:sp>
          <p:nvSpPr>
            <p:cNvPr id="9" name="同侧圆角矩形 4"/>
            <p:cNvSpPr/>
            <p:nvPr/>
          </p:nvSpPr>
          <p:spPr>
            <a:xfrm>
              <a:off x="1043637" y="288104"/>
              <a:ext cx="6588195" cy="50676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4467" tIns="10219" rIns="10219" bIns="10219" spcCol="1270" anchor="ctr"/>
            <a:lstStyle/>
            <a:p>
              <a:pPr marL="504190" indent="-504190" eaLnBrk="1" hangingPunct="1">
                <a:buFont typeface="Wingdings" panose="05000000000000000000" pitchFamily="2" charset="2"/>
                <a:buChar char="l"/>
                <a:defRPr/>
              </a:pPr>
              <a:endParaRPr lang="zh-CN" altLang="en-US" sz="100" b="0" dirty="0"/>
            </a:p>
          </p:txBody>
        </p:sp>
        <p:grpSp>
          <p:nvGrpSpPr>
            <p:cNvPr id="10256" name="组合 8"/>
            <p:cNvGrpSpPr/>
            <p:nvPr/>
          </p:nvGrpSpPr>
          <p:grpSpPr bwMode="auto">
            <a:xfrm>
              <a:off x="-1" y="188907"/>
              <a:ext cx="826817" cy="985497"/>
              <a:chOff x="0" y="4108"/>
              <a:chExt cx="826817" cy="985497"/>
            </a:xfrm>
          </p:grpSpPr>
          <p:sp>
            <p:nvSpPr>
              <p:cNvPr id="14" name="燕尾形 13"/>
              <p:cNvSpPr/>
              <p:nvPr/>
            </p:nvSpPr>
            <p:spPr>
              <a:xfrm rot="5400000">
                <a:off x="-79119" y="83227"/>
                <a:ext cx="985497" cy="827260"/>
              </a:xfrm>
              <a:prstGeom prst="chevron">
                <a:avLst/>
              </a:prstGeom>
              <a:solidFill>
                <a:srgbClr val="FBC540"/>
              </a:solidFill>
              <a:ln>
                <a:solidFill>
                  <a:srgbClr val="FBC540"/>
                </a:solidFill>
              </a:ln>
            </p:spPr>
            <p:style>
              <a:lnRef idx="1">
                <a:schemeClr val="accent3">
                  <a:hueOff val="0"/>
                  <a:satOff val="0"/>
                  <a:lumOff val="0"/>
                  <a:alphaOff val="0"/>
                </a:schemeClr>
              </a:lnRef>
              <a:fillRef idx="3">
                <a:scrgbClr r="0" g="0" b="0"/>
              </a:fillRef>
              <a:effectRef idx="2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5" name="燕尾形 4"/>
              <p:cNvSpPr/>
              <p:nvPr/>
            </p:nvSpPr>
            <p:spPr>
              <a:xfrm>
                <a:off x="0" y="302776"/>
                <a:ext cx="603708" cy="26200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7553" tIns="7553" rIns="7553" bIns="7553" spcCol="1270" anchor="ctr"/>
              <a:lstStyle/>
              <a:p>
                <a:pPr algn="ctr" defTabSz="852805" eaLnBrk="1" hangingPunct="1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1500" b="0" dirty="0"/>
              </a:p>
            </p:txBody>
          </p:sp>
        </p:grpSp>
        <p:sp>
          <p:nvSpPr>
            <p:cNvPr id="12" name="同侧圆角矩形 11"/>
            <p:cNvSpPr/>
            <p:nvPr/>
          </p:nvSpPr>
          <p:spPr>
            <a:xfrm rot="5400000">
              <a:off x="3933540" y="-2917374"/>
              <a:ext cx="605962" cy="6818525"/>
            </a:xfrm>
            <a:prstGeom prst="round2SameRect">
              <a:avLst/>
            </a:prstGeom>
            <a:ln>
              <a:solidFill>
                <a:srgbClr val="FBC540"/>
              </a:solidFill>
            </a:ln>
          </p:spPr>
          <p:style>
            <a:lnRef idx="1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</p:grpSp>
      <p:sp>
        <p:nvSpPr>
          <p:cNvPr id="10244" name="文本框 1"/>
          <p:cNvSpPr txBox="1">
            <a:spLocks noChangeArrowheads="1"/>
          </p:cNvSpPr>
          <p:nvPr/>
        </p:nvSpPr>
        <p:spPr bwMode="auto">
          <a:xfrm>
            <a:off x="3371726" y="3889320"/>
            <a:ext cx="23495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16147" tIns="58074" rIns="116147" bIns="58074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100"/>
          </a:p>
        </p:txBody>
      </p:sp>
      <p:sp>
        <p:nvSpPr>
          <p:cNvPr id="10245" name="文本框 2"/>
          <p:cNvSpPr txBox="1">
            <a:spLocks noChangeArrowheads="1"/>
          </p:cNvSpPr>
          <p:nvPr/>
        </p:nvSpPr>
        <p:spPr bwMode="auto">
          <a:xfrm>
            <a:off x="2388542" y="3506733"/>
            <a:ext cx="8983880" cy="669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6147" tIns="58074" rIns="116147" bIns="58074">
            <a:spAutoFit/>
          </a:bodyPr>
          <a:lstStyle>
            <a:lvl1pPr marL="516255" indent="-516255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dirty="0">
                <a:solidFill>
                  <a:srgbClr val="0047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上海电气</a:t>
            </a:r>
            <a:r>
              <a:rPr lang="zh-CN" altLang="en-US" sz="3600" dirty="0">
                <a:solidFill>
                  <a:srgbClr val="0047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重点服务领域</a:t>
            </a:r>
            <a:endParaRPr lang="zh-CN" altLang="en-US" sz="3600" dirty="0">
              <a:solidFill>
                <a:srgbClr val="00479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248" name="文本框 28"/>
          <p:cNvSpPr txBox="1">
            <a:spLocks noChangeArrowheads="1"/>
          </p:cNvSpPr>
          <p:nvPr/>
        </p:nvSpPr>
        <p:spPr bwMode="auto">
          <a:xfrm>
            <a:off x="1456839" y="3831724"/>
            <a:ext cx="750729" cy="732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16147" tIns="58074" rIns="116147" bIns="58074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二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5" name="文本框 1"/>
          <p:cNvSpPr txBox="1">
            <a:spLocks noChangeArrowheads="1"/>
          </p:cNvSpPr>
          <p:nvPr/>
        </p:nvSpPr>
        <p:spPr bwMode="auto">
          <a:xfrm>
            <a:off x="3390254" y="5008433"/>
            <a:ext cx="23495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16147" tIns="58074" rIns="116147" bIns="58074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100"/>
          </a:p>
        </p:txBody>
      </p:sp>
      <p:sp>
        <p:nvSpPr>
          <p:cNvPr id="37" name="文本框 28"/>
          <p:cNvSpPr txBox="1">
            <a:spLocks noChangeArrowheads="1"/>
          </p:cNvSpPr>
          <p:nvPr/>
        </p:nvSpPr>
        <p:spPr bwMode="auto">
          <a:xfrm>
            <a:off x="1460045" y="4922659"/>
            <a:ext cx="747523" cy="732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16147" tIns="58074" rIns="116147" bIns="58074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三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38" name="组合 14"/>
          <p:cNvGrpSpPr/>
          <p:nvPr/>
        </p:nvGrpSpPr>
        <p:grpSpPr bwMode="auto">
          <a:xfrm>
            <a:off x="1289992" y="2247548"/>
            <a:ext cx="10134600" cy="1450975"/>
            <a:chOff x="-1" y="188907"/>
            <a:chExt cx="7631833" cy="985497"/>
          </a:xfrm>
        </p:grpSpPr>
        <p:sp>
          <p:nvSpPr>
            <p:cNvPr id="39" name="同侧圆角矩形 4"/>
            <p:cNvSpPr/>
            <p:nvPr/>
          </p:nvSpPr>
          <p:spPr>
            <a:xfrm>
              <a:off x="1043637" y="288104"/>
              <a:ext cx="6588195" cy="50676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4467" tIns="10219" rIns="10219" bIns="10219" spcCol="1270" anchor="ctr"/>
            <a:lstStyle/>
            <a:p>
              <a:pPr marL="504190" indent="-504190" eaLnBrk="1" hangingPunct="1">
                <a:buFont typeface="Wingdings" panose="05000000000000000000" pitchFamily="2" charset="2"/>
                <a:buChar char="l"/>
                <a:defRPr/>
              </a:pPr>
              <a:endParaRPr lang="zh-CN" altLang="en-US" sz="100" b="0" dirty="0"/>
            </a:p>
          </p:txBody>
        </p:sp>
        <p:grpSp>
          <p:nvGrpSpPr>
            <p:cNvPr id="40" name="组合 8"/>
            <p:cNvGrpSpPr/>
            <p:nvPr/>
          </p:nvGrpSpPr>
          <p:grpSpPr bwMode="auto">
            <a:xfrm>
              <a:off x="-1" y="188907"/>
              <a:ext cx="826817" cy="985497"/>
              <a:chOff x="0" y="4108"/>
              <a:chExt cx="826817" cy="985497"/>
            </a:xfrm>
          </p:grpSpPr>
          <p:sp>
            <p:nvSpPr>
              <p:cNvPr id="42" name="燕尾形 41"/>
              <p:cNvSpPr/>
              <p:nvPr/>
            </p:nvSpPr>
            <p:spPr>
              <a:xfrm rot="5400000">
                <a:off x="-79119" y="83227"/>
                <a:ext cx="985497" cy="827260"/>
              </a:xfrm>
              <a:prstGeom prst="chevron">
                <a:avLst/>
              </a:prstGeom>
              <a:solidFill>
                <a:srgbClr val="FBC540"/>
              </a:solidFill>
              <a:ln>
                <a:solidFill>
                  <a:srgbClr val="FBC540"/>
                </a:solidFill>
              </a:ln>
            </p:spPr>
            <p:style>
              <a:lnRef idx="1">
                <a:schemeClr val="accent3">
                  <a:hueOff val="0"/>
                  <a:satOff val="0"/>
                  <a:lumOff val="0"/>
                  <a:alphaOff val="0"/>
                </a:schemeClr>
              </a:lnRef>
              <a:fillRef idx="3">
                <a:scrgbClr r="0" g="0" b="0"/>
              </a:fillRef>
              <a:effectRef idx="2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43" name="燕尾形 4"/>
              <p:cNvSpPr/>
              <p:nvPr/>
            </p:nvSpPr>
            <p:spPr>
              <a:xfrm>
                <a:off x="0" y="302776"/>
                <a:ext cx="603708" cy="26200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7553" tIns="7553" rIns="7553" bIns="7553" spcCol="1270" anchor="ctr"/>
              <a:lstStyle/>
              <a:p>
                <a:pPr algn="ctr" defTabSz="852805" eaLnBrk="1" hangingPunct="1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1500" b="0" dirty="0"/>
              </a:p>
            </p:txBody>
          </p:sp>
        </p:grpSp>
        <p:sp>
          <p:nvSpPr>
            <p:cNvPr id="41" name="同侧圆角矩形 40"/>
            <p:cNvSpPr/>
            <p:nvPr/>
          </p:nvSpPr>
          <p:spPr>
            <a:xfrm rot="5400000">
              <a:off x="3919587" y="-2903422"/>
              <a:ext cx="605962" cy="6790620"/>
            </a:xfrm>
            <a:prstGeom prst="round2SameRect">
              <a:avLst/>
            </a:prstGeom>
            <a:ln>
              <a:solidFill>
                <a:srgbClr val="FBC540"/>
              </a:solidFill>
            </a:ln>
          </p:spPr>
          <p:style>
            <a:lnRef idx="1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</p:grpSp>
      <p:sp>
        <p:nvSpPr>
          <p:cNvPr id="44" name="文本框 1"/>
          <p:cNvSpPr txBox="1">
            <a:spLocks noChangeArrowheads="1"/>
          </p:cNvSpPr>
          <p:nvPr/>
        </p:nvSpPr>
        <p:spPr bwMode="auto">
          <a:xfrm>
            <a:off x="3390254" y="2776185"/>
            <a:ext cx="23495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16147" tIns="58074" rIns="116147" bIns="58074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100"/>
          </a:p>
        </p:txBody>
      </p:sp>
      <p:sp>
        <p:nvSpPr>
          <p:cNvPr id="45" name="文本框 2"/>
          <p:cNvSpPr txBox="1">
            <a:spLocks noChangeArrowheads="1"/>
          </p:cNvSpPr>
          <p:nvPr/>
        </p:nvSpPr>
        <p:spPr bwMode="auto">
          <a:xfrm>
            <a:off x="1919536" y="2358657"/>
            <a:ext cx="8286750" cy="671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6147" tIns="58074" rIns="116147" bIns="58074">
            <a:spAutoFit/>
          </a:bodyPr>
          <a:lstStyle>
            <a:lvl1pPr marL="516255" indent="-516255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武汉理工大学基本情况</a:t>
            </a:r>
            <a:endParaRPr lang="zh-CN" altLang="en-US" sz="3600" dirty="0">
              <a:solidFill>
                <a:srgbClr val="00469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6" name="文本框 28"/>
          <p:cNvSpPr txBox="1">
            <a:spLocks noChangeArrowheads="1"/>
          </p:cNvSpPr>
          <p:nvPr/>
        </p:nvSpPr>
        <p:spPr bwMode="auto">
          <a:xfrm>
            <a:off x="1487488" y="2738259"/>
            <a:ext cx="747713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16147" tIns="58074" rIns="116147" bIns="58074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一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49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282791" y="2527290"/>
            <a:ext cx="6393160" cy="646331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36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一、武汉理工大学</a:t>
            </a:r>
            <a:r>
              <a:rPr lang="zh-CN" altLang="en-US" sz="36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基本情况</a:t>
            </a:r>
            <a:endParaRPr lang="zh-CN" altLang="en-US" sz="36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、方法类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一种动态危险船载环境自适应应急导航方法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一种动态危险船载环境自适应应急导航方法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一种动态危险船载环境自适应应急导航方法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一种水上收油机及其收油方法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一种水上收油机及其收油方法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一种水上收油机及其收油方法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、技术类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一种自平衡式水上救生艇座椅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一种自平衡式水上救生艇座椅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一种自平衡式水上救生艇座椅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用于内河船载高流速水域的围油栏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用于内河船载高流速水域的围油栏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用于内河船载高流速水域的围油栏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