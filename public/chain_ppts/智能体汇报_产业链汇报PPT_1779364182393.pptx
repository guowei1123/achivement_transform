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新材料与绿色建材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551176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551176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560320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560320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108960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108960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118104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118104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20240" y="3666744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666744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675888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3675888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、新材料与绿色建材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