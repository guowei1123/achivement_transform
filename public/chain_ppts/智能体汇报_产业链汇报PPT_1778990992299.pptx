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2026年5月17日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智能体汇报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水运工程大体积混凝土控裂技术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水运工程大体积混凝土控裂技术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水运工程大体积混凝土控裂技术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混凝土纳米自清洁涂层技术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混凝土纳米自清洁涂层技术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混凝土纳米自清洁涂层技术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高陡边坡控制爆破与安全控制技术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高陡边坡控制爆破与安全控制技术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高陡边坡控制爆破与安全控制技术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工程废弃物就地资源化利用技术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工程废弃物就地资源化利用技术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工程废弃物就地资源化利用技术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船舶智能助航与过闸控制技术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船舶智能助航与过闸控制技术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船舶智能助航与过闸控制技术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鱼道过鱼评估与生态仿真技术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鱼道过鱼评估与生态仿真技术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鱼道过鱼评估与生态仿真技术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鱼类监测与栖息地修复技术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鱼类监测与栖息地修复技术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鱼类监测与栖息地修复技术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光-波浪-储自洽能源系统技术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光-波浪-储自洽能源系统技术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光-波浪-储自洽能源系统技术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水风光氢一体化零碳微电网技术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水风光氢一体化零碳微电网技术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水风光氢一体化零碳微电网技术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枢纽断航风险评估技术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枢纽断航风险评估技术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枢纽断航风险评估技术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