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新航道技术成果汇报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内 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207008"/>
            <a:ext cx="8028432" cy="3127248"/>
          </a:xfrm>
          <a:prstGeom prst="rect">
            <a:avLst/>
          </a:prstGeom>
          <a:solidFill>
            <a:srgbClr val="F7FAFC"/>
          </a:solidFill>
          <a:ln w="12700">
            <a:solidFill>
              <a:srgbClr val="E4EE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0432" y="14813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39696" y="14721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21408" y="1764792"/>
            <a:ext cx="5349240" cy="0"/>
          </a:xfrm>
          <a:prstGeom prst="line">
            <a:avLst/>
          </a:prstGeom>
          <a:noFill/>
          <a:ln w="12700">
            <a:solidFill>
              <a:srgbClr val="D8E5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56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39696" y="194767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信息技术与人工智能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21408" y="2240280"/>
            <a:ext cx="5349240" cy="0"/>
          </a:xfrm>
          <a:prstGeom prst="line">
            <a:avLst/>
          </a:prstGeom>
          <a:noFill/>
          <a:ln w="12700">
            <a:solidFill>
              <a:srgbClr val="D8E5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4323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39696" y="24231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资源环境与安全应急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21408" y="2715768"/>
            <a:ext cx="5349240" cy="0"/>
          </a:xfrm>
          <a:prstGeom prst="line">
            <a:avLst/>
          </a:prstGeom>
          <a:noFill/>
          <a:ln w="12700">
            <a:solidFill>
              <a:srgbClr val="D8E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、信息技术与人工智能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、资源环境与安全应急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