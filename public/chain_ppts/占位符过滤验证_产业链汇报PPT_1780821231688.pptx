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ua1_slideLayout1.xml" ContentType="application/vnd.openxmlformats-officedocument.presentationml.slideLayout+xml"/>
  <Override PartName="/ppt/slideMasters/ua1_slideMaster1.xml" ContentType="application/vnd.openxmlformats-officedocument.presentationml.slideMaster+xml"/>
  <Override PartName="/ppt/theme/ua1_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ua1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1_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1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1_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01.png"/><Relationship Id="rId1" Type="http://schemas.openxmlformats.org/officeDocument/2006/relationships/image" Target="../media/image100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2.jpeg"/><Relationship Id="rId1" Type="http://schemas.openxmlformats.org/officeDocument/2006/relationships/slideLayout" Target="../slideLayouts/ua1_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03.png"/><Relationship Id="rId5" Type="http://schemas.openxmlformats.org/officeDocument/2006/relationships/image" Target="../media/image1004.png"/><Relationship Id="rId4" Type="http://schemas.openxmlformats.org/officeDocument/2006/relationships/image" Target="../media/image1005.png"/><Relationship Id="rId3" Type="http://schemas.openxmlformats.org/officeDocument/2006/relationships/image" Target="../media/image1006.jpeg"/><Relationship Id="rId2" Type="http://schemas.openxmlformats.org/officeDocument/2006/relationships/image" Target="../media/image1007.png"/><Relationship Id="rId1" Type="http://schemas.openxmlformats.org/officeDocument/2006/relationships/slideLayout" Target="../slideLayouts/ua1_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08.jpeg"/><Relationship Id="rId4" Type="http://schemas.openxmlformats.org/officeDocument/2006/relationships/image" Target="../media/image1009.jpeg"/><Relationship Id="rId3" Type="http://schemas.openxmlformats.org/officeDocument/2006/relationships/image" Target="../media/image1010.jpeg"/><Relationship Id="rId2" Type="http://schemas.openxmlformats.org/officeDocument/2006/relationships/image" Target="../media/image1011.jpeg"/><Relationship Id="rId1" Type="http://schemas.openxmlformats.org/officeDocument/2006/relationships/slideLayout" Target="../slideLayouts/ua1_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占位符过滤验证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资源环境与安全应急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、资源环境与安全应急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33059" y="2468879"/>
            <a:ext cx="6096000" cy="37719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49947" y="711771"/>
            <a:ext cx="6853555" cy="1376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工程开挖是三峡新航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道建设的首要工作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1.7 工程废弃物就地高效资源化利用技术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67931" y="3617709"/>
            <a:ext cx="3695700" cy="182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开挖量大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9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弃土、</a:t>
            </a:r>
            <a:r>
              <a:rPr sz="2300" b="1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工程泥浆等种类多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处置利用需求迫切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598919" y="1280159"/>
            <a:ext cx="5297423" cy="4971288"/>
            <a:chOff x="0" y="0"/>
            <a:chExt cx="5297423" cy="4971288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97423" cy="4971288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770915" y="2102370"/>
              <a:ext cx="387222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374"/>
                </a:lnSpc>
                <a:tabLst/>
              </a:pPr>
              <a:r>
                <a:rPr sz="1700" b="1" kern="0" spc="3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工程泥浆制备自流平回填材料（视频</a:t>
              </a:r>
              <a:r>
                <a:rPr sz="1700" b="1" kern="0" spc="2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1782573" y="4553483"/>
              <a:ext cx="2077085" cy="253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长寿命生态恢复材料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1149096" y="3229355"/>
            <a:ext cx="4661915" cy="3002279"/>
            <a:chOff x="0" y="0"/>
            <a:chExt cx="4661915" cy="3002279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661915" cy="3002279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1619440" y="2603830"/>
              <a:ext cx="1391285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2F2F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工程垃圾分选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636143" y="1572476"/>
            <a:ext cx="5200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工程垃圾分级分质技术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工程泥浆制备自流平回填材料技术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开挖弃土制备生态恢复材料技术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8843" y="2682455"/>
            <a:ext cx="216407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843" y="2133815"/>
            <a:ext cx="216407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8843" y="1585176"/>
            <a:ext cx="216407" cy="337718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19671" y="1120139"/>
            <a:ext cx="5029200" cy="266852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9671" y="4273295"/>
            <a:ext cx="5029200" cy="247497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853757" y="3908081"/>
            <a:ext cx="4083050" cy="270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北京城市副中心综合管廊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基槽回填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696"/>
              </a:spcBef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工程垃圾占比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＞90%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固废资源利用率</a:t>
            </a:r>
            <a:r>
              <a:rPr sz="23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＞95%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回填成本节省</a:t>
            </a:r>
            <a:r>
              <a:rPr sz="2300" b="1" kern="0" spc="3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69%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3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渗透系数达到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r>
              <a:rPr sz="15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cm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/s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95884" y="1120139"/>
            <a:ext cx="2855976" cy="2638044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07308" y="1152144"/>
            <a:ext cx="2525267" cy="26380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7264502" y="3861218"/>
            <a:ext cx="3646170" cy="32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74"/>
              </a:lnSpc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光谷地下空间（亚洲最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大地下空间）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1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仿宋_GB2312</vt:lpstr>
      <vt:lpstr>仿宋</vt:lpstr>
      <vt:lpstr>微软雅黑</vt:lpstr>
      <vt:lpstr>Times New Roman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6</cp:revision>
  <dcterms:created xsi:type="dcterms:W3CDTF">2023-08-09T12:44:00Z</dcterms:created>
  <dcterms:modified xsi:type="dcterms:W3CDTF">2026-03-30T07:22:57Z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6B320F145A6F4400BA501BBD40D3EED3_12</vt:lpwstr>
  </property>
</Properties>
</file>