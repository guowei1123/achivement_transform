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01.png"/><Relationship Id="rId1" Type="http://schemas.openxmlformats.org/officeDocument/2006/relationships/image" Target="../media/image100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2.jpeg"/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image" Target="../media/image1003.png"/><Relationship Id="rId5" Type="http://schemas.openxmlformats.org/officeDocument/2006/relationships/image" Target="../media/image1004.png"/><Relationship Id="rId4" Type="http://schemas.openxmlformats.org/officeDocument/2006/relationships/image" Target="../media/image1005.png"/><Relationship Id="rId3" Type="http://schemas.openxmlformats.org/officeDocument/2006/relationships/image" Target="../media/image1006.jpeg"/><Relationship Id="rId2" Type="http://schemas.openxmlformats.org/officeDocument/2006/relationships/image" Target="../media/image1007.pn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08.jpeg"/><Relationship Id="rId4" Type="http://schemas.openxmlformats.org/officeDocument/2006/relationships/image" Target="../media/image1009.jpeg"/><Relationship Id="rId3" Type="http://schemas.openxmlformats.org/officeDocument/2006/relationships/image" Target="../media/image1010.jpeg"/><Relationship Id="rId2" Type="http://schemas.openxmlformats.org/officeDocument/2006/relationships/image" Target="../media/image1011.jpeg"/><Relationship Id="rId1" Type="http://schemas.openxmlformats.org/officeDocument/2006/relationships/slideLayout" Target="../slideLayouts/ua1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内容一致性验证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土木建筑与城乡发展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、土木建筑与城乡发展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仿宋_GB2312</vt:lpstr>
      <vt:lpstr>仿宋</vt:lpstr>
      <vt:lpstr>微软雅黑</vt:lpstr>
      <vt:lpstr>Times New Roman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6</cp:revision>
  <dcterms:created xsi:type="dcterms:W3CDTF">2023-08-09T12:44:00Z</dcterms:created>
  <dcterms:modified xsi:type="dcterms:W3CDTF">2026-03-30T07:22:57Z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6B320F145A6F4400BA501BBD40D3EED3_12</vt:lpwstr>
  </property>
</Properties>
</file>