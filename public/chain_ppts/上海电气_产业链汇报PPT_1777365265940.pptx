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2026年4月28日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上海电气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