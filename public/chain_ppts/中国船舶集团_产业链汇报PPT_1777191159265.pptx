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{technical_name}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{technical_type}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{technical_name}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{technical_type}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{technical_name}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{technical_type}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