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  <p:sldId id="779" r:id="rId532"/>
    <p:sldId id="780" r:id="rId533"/>
    <p:sldId id="781" r:id="rId534"/>
    <p:sldId id="782" r:id="rId535"/>
    <p:sldId id="783" r:id="rId536"/>
    <p:sldId id="784" r:id="rId537"/>
    <p:sldId id="785" r:id="rId538"/>
    <p:sldId id="786" r:id="rId539"/>
    <p:sldId id="787" r:id="rId540"/>
    <p:sldId id="788" r:id="rId541"/>
    <p:sldId id="789" r:id="rId542"/>
    <p:sldId id="790" r:id="rId543"/>
    <p:sldId id="791" r:id="rId544"/>
    <p:sldId id="792" r:id="rId545"/>
    <p:sldId id="793" r:id="rId546"/>
    <p:sldId id="794" r:id="rId547"/>
    <p:sldId id="795" r:id="rId548"/>
    <p:sldId id="796" r:id="rId549"/>
    <p:sldId id="797" r:id="rId550"/>
    <p:sldId id="798" r:id="rId551"/>
    <p:sldId id="799" r:id="rId552"/>
    <p:sldId id="800" r:id="rId553"/>
    <p:sldId id="801" r:id="rId554"/>
    <p:sldId id="802" r:id="rId555"/>
    <p:sldId id="803" r:id="rId556"/>
    <p:sldId id="804" r:id="rId557"/>
    <p:sldId id="805" r:id="rId558"/>
    <p:sldId id="806" r:id="rId559"/>
    <p:sldId id="807" r:id="rId560"/>
    <p:sldId id="808" r:id="rId561"/>
    <p:sldId id="809" r:id="rId562"/>
    <p:sldId id="810" r:id="rId563"/>
    <p:sldId id="811" r:id="rId564"/>
    <p:sldId id="812" r:id="rId565"/>
    <p:sldId id="813" r:id="rId566"/>
    <p:sldId id="814" r:id="rId567"/>
    <p:sldId id="815" r:id="rId568"/>
    <p:sldId id="816" r:id="rId569"/>
    <p:sldId id="817" r:id="rId570"/>
    <p:sldId id="818" r:id="rId571"/>
    <p:sldId id="819" r:id="rId572"/>
    <p:sldId id="820" r:id="rId573"/>
    <p:sldId id="821" r:id="rId574"/>
    <p:sldId id="822" r:id="rId575"/>
    <p:sldId id="823" r:id="rId576"/>
    <p:sldId id="824" r:id="rId577"/>
    <p:sldId id="825" r:id="rId578"/>
    <p:sldId id="826" r:id="rId579"/>
    <p:sldId id="827" r:id="rId580"/>
    <p:sldId id="828" r:id="rId581"/>
    <p:sldId id="829" r:id="rId582"/>
    <p:sldId id="830" r:id="rId583"/>
    <p:sldId id="831" r:id="rId584"/>
    <p:sldId id="832" r:id="rId585"/>
    <p:sldId id="833" r:id="rId586"/>
    <p:sldId id="834" r:id="rId587"/>
    <p:sldId id="835" r:id="rId588"/>
    <p:sldId id="836" r:id="rId589"/>
    <p:sldId id="837" r:id="rId590"/>
    <p:sldId id="838" r:id="rId591"/>
    <p:sldId id="839" r:id="rId592"/>
    <p:sldId id="840" r:id="rId593"/>
    <p:sldId id="841" r:id="rId594"/>
    <p:sldId id="842" r:id="rId595"/>
    <p:sldId id="843" r:id="rId596"/>
    <p:sldId id="844" r:id="rId597"/>
    <p:sldId id="845" r:id="rId598"/>
    <p:sldId id="846" r:id="rId59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Relationship Id="rId532" Type="http://schemas.openxmlformats.org/officeDocument/2006/relationships/slide" Target="slides/slide524.xml"/><Relationship Id="rId533" Type="http://schemas.openxmlformats.org/officeDocument/2006/relationships/slide" Target="slides/slide525.xml"/><Relationship Id="rId534" Type="http://schemas.openxmlformats.org/officeDocument/2006/relationships/slide" Target="slides/slide526.xml"/><Relationship Id="rId535" Type="http://schemas.openxmlformats.org/officeDocument/2006/relationships/slide" Target="slides/slide527.xml"/><Relationship Id="rId536" Type="http://schemas.openxmlformats.org/officeDocument/2006/relationships/slide" Target="slides/slide528.xml"/><Relationship Id="rId537" Type="http://schemas.openxmlformats.org/officeDocument/2006/relationships/slide" Target="slides/slide529.xml"/><Relationship Id="rId538" Type="http://schemas.openxmlformats.org/officeDocument/2006/relationships/slide" Target="slides/slide530.xml"/><Relationship Id="rId539" Type="http://schemas.openxmlformats.org/officeDocument/2006/relationships/slide" Target="slides/slide531.xml"/><Relationship Id="rId540" Type="http://schemas.openxmlformats.org/officeDocument/2006/relationships/slide" Target="slides/slide532.xml"/><Relationship Id="rId541" Type="http://schemas.openxmlformats.org/officeDocument/2006/relationships/slide" Target="slides/slide533.xml"/><Relationship Id="rId542" Type="http://schemas.openxmlformats.org/officeDocument/2006/relationships/slide" Target="slides/slide534.xml"/><Relationship Id="rId543" Type="http://schemas.openxmlformats.org/officeDocument/2006/relationships/slide" Target="slides/slide535.xml"/><Relationship Id="rId544" Type="http://schemas.openxmlformats.org/officeDocument/2006/relationships/slide" Target="slides/slide536.xml"/><Relationship Id="rId545" Type="http://schemas.openxmlformats.org/officeDocument/2006/relationships/slide" Target="slides/slide537.xml"/><Relationship Id="rId546" Type="http://schemas.openxmlformats.org/officeDocument/2006/relationships/slide" Target="slides/slide538.xml"/><Relationship Id="rId547" Type="http://schemas.openxmlformats.org/officeDocument/2006/relationships/slide" Target="slides/slide539.xml"/><Relationship Id="rId548" Type="http://schemas.openxmlformats.org/officeDocument/2006/relationships/slide" Target="slides/slide540.xml"/><Relationship Id="rId549" Type="http://schemas.openxmlformats.org/officeDocument/2006/relationships/slide" Target="slides/slide541.xml"/><Relationship Id="rId550" Type="http://schemas.openxmlformats.org/officeDocument/2006/relationships/slide" Target="slides/slide542.xml"/><Relationship Id="rId551" Type="http://schemas.openxmlformats.org/officeDocument/2006/relationships/slide" Target="slides/slide543.xml"/><Relationship Id="rId552" Type="http://schemas.openxmlformats.org/officeDocument/2006/relationships/slide" Target="slides/slide544.xml"/><Relationship Id="rId553" Type="http://schemas.openxmlformats.org/officeDocument/2006/relationships/slide" Target="slides/slide545.xml"/><Relationship Id="rId554" Type="http://schemas.openxmlformats.org/officeDocument/2006/relationships/slide" Target="slides/slide546.xml"/><Relationship Id="rId555" Type="http://schemas.openxmlformats.org/officeDocument/2006/relationships/slide" Target="slides/slide547.xml"/><Relationship Id="rId556" Type="http://schemas.openxmlformats.org/officeDocument/2006/relationships/slide" Target="slides/slide548.xml"/><Relationship Id="rId557" Type="http://schemas.openxmlformats.org/officeDocument/2006/relationships/slide" Target="slides/slide549.xml"/><Relationship Id="rId558" Type="http://schemas.openxmlformats.org/officeDocument/2006/relationships/slide" Target="slides/slide550.xml"/><Relationship Id="rId559" Type="http://schemas.openxmlformats.org/officeDocument/2006/relationships/slide" Target="slides/slide551.xml"/><Relationship Id="rId560" Type="http://schemas.openxmlformats.org/officeDocument/2006/relationships/slide" Target="slides/slide552.xml"/><Relationship Id="rId561" Type="http://schemas.openxmlformats.org/officeDocument/2006/relationships/slide" Target="slides/slide553.xml"/><Relationship Id="rId562" Type="http://schemas.openxmlformats.org/officeDocument/2006/relationships/slide" Target="slides/slide554.xml"/><Relationship Id="rId563" Type="http://schemas.openxmlformats.org/officeDocument/2006/relationships/slide" Target="slides/slide555.xml"/><Relationship Id="rId564" Type="http://schemas.openxmlformats.org/officeDocument/2006/relationships/slide" Target="slides/slide556.xml"/><Relationship Id="rId565" Type="http://schemas.openxmlformats.org/officeDocument/2006/relationships/slide" Target="slides/slide557.xml"/><Relationship Id="rId566" Type="http://schemas.openxmlformats.org/officeDocument/2006/relationships/slide" Target="slides/slide558.xml"/><Relationship Id="rId567" Type="http://schemas.openxmlformats.org/officeDocument/2006/relationships/slide" Target="slides/slide559.xml"/><Relationship Id="rId568" Type="http://schemas.openxmlformats.org/officeDocument/2006/relationships/slide" Target="slides/slide560.xml"/><Relationship Id="rId569" Type="http://schemas.openxmlformats.org/officeDocument/2006/relationships/slide" Target="slides/slide561.xml"/><Relationship Id="rId570" Type="http://schemas.openxmlformats.org/officeDocument/2006/relationships/slide" Target="slides/slide562.xml"/><Relationship Id="rId571" Type="http://schemas.openxmlformats.org/officeDocument/2006/relationships/slide" Target="slides/slide563.xml"/><Relationship Id="rId572" Type="http://schemas.openxmlformats.org/officeDocument/2006/relationships/slide" Target="slides/slide564.xml"/><Relationship Id="rId573" Type="http://schemas.openxmlformats.org/officeDocument/2006/relationships/slide" Target="slides/slide565.xml"/><Relationship Id="rId574" Type="http://schemas.openxmlformats.org/officeDocument/2006/relationships/slide" Target="slides/slide566.xml"/><Relationship Id="rId575" Type="http://schemas.openxmlformats.org/officeDocument/2006/relationships/slide" Target="slides/slide567.xml"/><Relationship Id="rId576" Type="http://schemas.openxmlformats.org/officeDocument/2006/relationships/slide" Target="slides/slide568.xml"/><Relationship Id="rId577" Type="http://schemas.openxmlformats.org/officeDocument/2006/relationships/slide" Target="slides/slide569.xml"/><Relationship Id="rId578" Type="http://schemas.openxmlformats.org/officeDocument/2006/relationships/slide" Target="slides/slide570.xml"/><Relationship Id="rId579" Type="http://schemas.openxmlformats.org/officeDocument/2006/relationships/slide" Target="slides/slide571.xml"/><Relationship Id="rId580" Type="http://schemas.openxmlformats.org/officeDocument/2006/relationships/slide" Target="slides/slide572.xml"/><Relationship Id="rId581" Type="http://schemas.openxmlformats.org/officeDocument/2006/relationships/slide" Target="slides/slide573.xml"/><Relationship Id="rId582" Type="http://schemas.openxmlformats.org/officeDocument/2006/relationships/slide" Target="slides/slide574.xml"/><Relationship Id="rId583" Type="http://schemas.openxmlformats.org/officeDocument/2006/relationships/slide" Target="slides/slide575.xml"/><Relationship Id="rId584" Type="http://schemas.openxmlformats.org/officeDocument/2006/relationships/slide" Target="slides/slide576.xml"/><Relationship Id="rId585" Type="http://schemas.openxmlformats.org/officeDocument/2006/relationships/slide" Target="slides/slide577.xml"/><Relationship Id="rId586" Type="http://schemas.openxmlformats.org/officeDocument/2006/relationships/slide" Target="slides/slide578.xml"/><Relationship Id="rId587" Type="http://schemas.openxmlformats.org/officeDocument/2006/relationships/slide" Target="slides/slide579.xml"/><Relationship Id="rId588" Type="http://schemas.openxmlformats.org/officeDocument/2006/relationships/slide" Target="slides/slide580.xml"/><Relationship Id="rId589" Type="http://schemas.openxmlformats.org/officeDocument/2006/relationships/slide" Target="slides/slide581.xml"/><Relationship Id="rId590" Type="http://schemas.openxmlformats.org/officeDocument/2006/relationships/slide" Target="slides/slide582.xml"/><Relationship Id="rId591" Type="http://schemas.openxmlformats.org/officeDocument/2006/relationships/slide" Target="slides/slide583.xml"/><Relationship Id="rId592" Type="http://schemas.openxmlformats.org/officeDocument/2006/relationships/slide" Target="slides/slide584.xml"/><Relationship Id="rId593" Type="http://schemas.openxmlformats.org/officeDocument/2006/relationships/slide" Target="slides/slide585.xml"/><Relationship Id="rId594" Type="http://schemas.openxmlformats.org/officeDocument/2006/relationships/slide" Target="slides/slide586.xml"/><Relationship Id="rId595" Type="http://schemas.openxmlformats.org/officeDocument/2006/relationships/slide" Target="slides/slide587.xml"/><Relationship Id="rId596" Type="http://schemas.openxmlformats.org/officeDocument/2006/relationships/slide" Target="slides/slide588.xml"/><Relationship Id="rId597" Type="http://schemas.openxmlformats.org/officeDocument/2006/relationships/slide" Target="slides/slide589.xml"/><Relationship Id="rId598" Type="http://schemas.openxmlformats.org/officeDocument/2006/relationships/slide" Target="slides/slide590.xml"/><Relationship Id="rId599" Type="http://schemas.openxmlformats.org/officeDocument/2006/relationships/slide" Target="slides/slide59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11</cp:revision>
  <dcterms:created xsi:type="dcterms:W3CDTF">2023-08-09T12:44:00Z</dcterms:created>
  <dcterms:modified xsi:type="dcterms:W3CDTF">2026-03-28T11:55:23Z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