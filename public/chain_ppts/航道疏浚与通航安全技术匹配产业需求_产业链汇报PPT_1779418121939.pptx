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9.png"/><Relationship Id="rId7" Type="http://schemas.openxmlformats.org/officeDocument/2006/relationships/image" Target="../media/image20.png"/><Relationship Id="rId6" Type="http://schemas.openxmlformats.org/officeDocument/2006/relationships/image" Target="../media/image21.png"/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9" Type="http://schemas.openxmlformats.org/officeDocument/2006/relationships/image" Target="../media/image26.jpeg"/><Relationship Id="rId18" Type="http://schemas.openxmlformats.org/officeDocument/2006/relationships/image" Target="../media/image27.jpeg"/><Relationship Id="rId17" Type="http://schemas.openxmlformats.org/officeDocument/2006/relationships/image" Target="../media/image28.jpeg"/><Relationship Id="rId16" Type="http://schemas.openxmlformats.org/officeDocument/2006/relationships/image" Target="../media/image29.jpeg"/><Relationship Id="rId15" Type="http://schemas.openxmlformats.org/officeDocument/2006/relationships/image" Target="../media/image30.png"/><Relationship Id="rId14" Type="http://schemas.openxmlformats.org/officeDocument/2006/relationships/image" Target="../media/image31.png"/><Relationship Id="rId13" Type="http://schemas.openxmlformats.org/officeDocument/2006/relationships/image" Target="../media/image32.png"/><Relationship Id="rId12" Type="http://schemas.openxmlformats.org/officeDocument/2006/relationships/image" Target="../media/image33.png"/><Relationship Id="rId11" Type="http://schemas.openxmlformats.org/officeDocument/2006/relationships/image" Target="../media/image34.jpeg"/><Relationship Id="rId10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7.png"/><Relationship Id="rId7" Type="http://schemas.openxmlformats.org/officeDocument/2006/relationships/image" Target="../media/image38.png"/><Relationship Id="rId6" Type="http://schemas.openxmlformats.org/officeDocument/2006/relationships/image" Target="../media/image39.png"/><Relationship Id="rId5" Type="http://schemas.openxmlformats.org/officeDocument/2006/relationships/image" Target="../media/image40.jpeg"/><Relationship Id="rId4" Type="http://schemas.openxmlformats.org/officeDocument/2006/relationships/image" Target="../media/image41.jpeg"/><Relationship Id="rId3" Type="http://schemas.openxmlformats.org/officeDocument/2006/relationships/image" Target="../media/image42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5.jpeg"/><Relationship Id="rId7" Type="http://schemas.openxmlformats.org/officeDocument/2006/relationships/image" Target="../media/image46.png"/><Relationship Id="rId6" Type="http://schemas.openxmlformats.org/officeDocument/2006/relationships/image" Target="../media/image47.png"/><Relationship Id="rId5" Type="http://schemas.openxmlformats.org/officeDocument/2006/relationships/image" Target="../media/image48.jpeg"/><Relationship Id="rId4" Type="http://schemas.openxmlformats.org/officeDocument/2006/relationships/image" Target="../media/image49.jpeg"/><Relationship Id="rId3" Type="http://schemas.openxmlformats.org/officeDocument/2006/relationships/image" Target="../media/image50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6" Type="http://schemas.openxmlformats.org/officeDocument/2006/relationships/image" Target="../media/image21.png"/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31.png"/><Relationship Id="rId7" Type="http://schemas.openxmlformats.org/officeDocument/2006/relationships/image" Target="../media/image32.png"/><Relationship Id="rId6" Type="http://schemas.openxmlformats.org/officeDocument/2006/relationships/image" Target="../media/image33.png"/><Relationship Id="rId5" Type="http://schemas.openxmlformats.org/officeDocument/2006/relationships/image" Target="../media/image34.jpeg"/><Relationship Id="rId4" Type="http://schemas.openxmlformats.org/officeDocument/2006/relationships/image" Target="../media/image35.jpeg"/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42.jpeg"/><Relationship Id="rId6" Type="http://schemas.openxmlformats.org/officeDocument/2006/relationships/image" Target="../media/image43.png"/><Relationship Id="rId5" Type="http://schemas.openxmlformats.org/officeDocument/2006/relationships/image" Target="../media/image26.jpeg"/><Relationship Id="rId4" Type="http://schemas.openxmlformats.org/officeDocument/2006/relationships/image" Target="../media/image27.jpeg"/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jpe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image" Target="../media/image18.png"/><Relationship Id="rId7" Type="http://schemas.openxmlformats.org/officeDocument/2006/relationships/image" Target="../media/image19.png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jpe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5" Type="http://schemas.openxmlformats.org/officeDocument/2006/relationships/image" Target="../media/image29.jpeg"/><Relationship Id="rId14" Type="http://schemas.openxmlformats.org/officeDocument/2006/relationships/image" Target="../media/image30.png"/><Relationship Id="rId13" Type="http://schemas.openxmlformats.org/officeDocument/2006/relationships/image" Target="../media/image31.png"/><Relationship Id="rId12" Type="http://schemas.openxmlformats.org/officeDocument/2006/relationships/image" Target="../media/image32.png"/><Relationship Id="rId11" Type="http://schemas.openxmlformats.org/officeDocument/2006/relationships/image" Target="../media/image33.png"/><Relationship Id="rId10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.jpeg"/><Relationship Id="rId3" Type="http://schemas.openxmlformats.org/officeDocument/2006/relationships/image" Target="../media/image27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7" Type="http://schemas.openxmlformats.org/officeDocument/2006/relationships/image" Target="../media/image18.png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Relationship Id="rId3" Type="http://schemas.openxmlformats.org/officeDocument/2006/relationships/image" Target="../media/image22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1.png"/><Relationship Id="rId4" Type="http://schemas.openxmlformats.org/officeDocument/2006/relationships/image" Target="../media/image32.png"/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3.png"/><Relationship Id="rId7" Type="http://schemas.openxmlformats.org/officeDocument/2006/relationships/image" Target="../media/image34.jpeg"/><Relationship Id="rId6" Type="http://schemas.openxmlformats.org/officeDocument/2006/relationships/image" Target="../media/image35.jpe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1" Type="http://schemas.openxmlformats.org/officeDocument/2006/relationships/image" Target="../media/image30.png"/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7" Type="http://schemas.openxmlformats.org/officeDocument/2006/relationships/image" Target="../media/image42.jpeg"/><Relationship Id="rId6" Type="http://schemas.openxmlformats.org/officeDocument/2006/relationships/image" Target="../media/image43.png"/><Relationship Id="rId5" Type="http://schemas.openxmlformats.org/officeDocument/2006/relationships/image" Target="../media/image26.jpeg"/><Relationship Id="rId4" Type="http://schemas.openxmlformats.org/officeDocument/2006/relationships/image" Target="../media/image27.jpeg"/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jpeg"/><Relationship Id="rId3" Type="http://schemas.openxmlformats.org/officeDocument/2006/relationships/image" Target="../media/image23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jpeg"/><Relationship Id="rId8" Type="http://schemas.openxmlformats.org/officeDocument/2006/relationships/image" Target="../media/image35.jpeg"/><Relationship Id="rId7" Type="http://schemas.openxmlformats.org/officeDocument/2006/relationships/image" Target="../media/image18.png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Relationship Id="rId3" Type="http://schemas.openxmlformats.org/officeDocument/2006/relationships/image" Target="../media/image22.jpeg"/><Relationship Id="rId2" Type="http://schemas.openxmlformats.org/officeDocument/2006/relationships/image" Target="../media/image23.jpeg"/><Relationship Id="rId13" Type="http://schemas.openxmlformats.org/officeDocument/2006/relationships/image" Target="../media/image30.png"/><Relationship Id="rId12" Type="http://schemas.openxmlformats.org/officeDocument/2006/relationships/image" Target="../media/image31.png"/><Relationship Id="rId11" Type="http://schemas.openxmlformats.org/officeDocument/2006/relationships/image" Target="../media/image32.png"/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image" Target="../media/image43.png"/><Relationship Id="rId5" Type="http://schemas.openxmlformats.org/officeDocument/2006/relationships/image" Target="../media/image26.jpeg"/><Relationship Id="rId4" Type="http://schemas.openxmlformats.org/officeDocument/2006/relationships/image" Target="../media/image27.jpeg"/><Relationship Id="rId3" Type="http://schemas.openxmlformats.org/officeDocument/2006/relationships/image" Target="../media/image28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image" Target="../media/image21.png"/><Relationship Id="rId5" Type="http://schemas.openxmlformats.org/officeDocument/2006/relationships/image" Target="../media/image22.jpeg"/><Relationship Id="rId4" Type="http://schemas.openxmlformats.org/officeDocument/2006/relationships/image" Target="../media/image23.jpe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33.png"/><Relationship Id="rId6" Type="http://schemas.openxmlformats.org/officeDocument/2006/relationships/image" Target="../media/image34.jpeg"/><Relationship Id="rId5" Type="http://schemas.openxmlformats.org/officeDocument/2006/relationships/image" Target="../media/image35.jpeg"/><Relationship Id="rId4" Type="http://schemas.openxmlformats.org/officeDocument/2006/relationships/image" Target="../media/image18.png"/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0.png"/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2026年5月22日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航道疏浚与通航安全技术匹配产业需求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651760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651760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609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660904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0240" y="3310128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3310128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319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3319272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光纤传感与光电技术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914068"/>
            <a:ext cx="5915761" cy="343945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13450" y="2097063"/>
            <a:ext cx="3649979" cy="335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风险情景分析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施工期风险识别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断航风险等级评估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施工期断航过坝运输影响分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应对措施分析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96937" y="711771"/>
            <a:ext cx="9776459" cy="1026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大型水利枢纽长施工期通航安全风险评估                    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改建三号船闸方</a:t>
            </a:r>
            <a:r>
              <a:rPr sz="23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5.4 大型水利枢纽断航风险评估技术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36411" y="1011301"/>
            <a:ext cx="6245719" cy="53454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542" y="3206800"/>
            <a:ext cx="5339701" cy="31325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53627" y="4468367"/>
            <a:ext cx="3243071" cy="16764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8103" y="1296161"/>
            <a:ext cx="3676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过坝运输影响分析方法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通航安全评估方法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社会稳定风险评估方法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0803" y="2406141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803" y="185750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0803" y="1308861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856" y="3425952"/>
            <a:ext cx="4067555" cy="100583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01511" y="2976372"/>
            <a:ext cx="3421379" cy="117418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34683" y="4468367"/>
            <a:ext cx="2220468" cy="16824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70320" y="1129284"/>
            <a:ext cx="2343912" cy="14782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334500" y="1100328"/>
            <a:ext cx="2103119" cy="132892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659111" y="2816352"/>
            <a:ext cx="2103120" cy="119481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957762" y="4583346"/>
            <a:ext cx="162433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产业链与供应链分析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243072" y="4747259"/>
            <a:ext cx="2107692" cy="113690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1896" y="4791455"/>
            <a:ext cx="2183891" cy="10485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7562" y="5917416"/>
            <a:ext cx="4850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葛洲坝枢纽客运量统计图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葛洲坝三座船闸货运量分担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柱状图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84050" y="4047686"/>
            <a:ext cx="1624330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2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社会稳定风险负面后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果及其定量值范围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047514" y="2523877"/>
            <a:ext cx="28689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过闸危险货物运量、艘次及流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90393" y="4207145"/>
            <a:ext cx="232854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断航、通航风险等级划分标准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03637" y="2677597"/>
            <a:ext cx="21545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三峡枢纽各类货物运量分析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227279" y="6070059"/>
            <a:ext cx="179958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专家问卷调查结果统计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4111" y="1930908"/>
            <a:ext cx="3378707" cy="469696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0308" y="3529583"/>
            <a:ext cx="5274563" cy="2743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66" y="1177925"/>
            <a:ext cx="5586183" cy="1663966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69252" y="961644"/>
            <a:ext cx="4755515" cy="86296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indent="146685" algn="l" rtl="0" eaLnBrk="0">
              <a:lnSpc>
                <a:spcPct val="113000"/>
              </a:lnSpc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《三峡水运新通道断航和通航安全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稳定风险及应对措施研究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》报告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139761" y="2978530"/>
            <a:ext cx="501459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施工期三江航道航线布置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（下游引航道开挖Ⅰ期）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233523" y="6416599"/>
            <a:ext cx="249618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长江溪桥（黄柏河大桥）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、信息技术与人工智能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2167" y="1862328"/>
            <a:ext cx="7725156" cy="45384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4068" y="3646932"/>
            <a:ext cx="3520440" cy="31501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2.9 大坝三维数字化探测技术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27316" y="711771"/>
            <a:ext cx="6876415" cy="831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大坝三维数字化探测技术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30049" y="1942186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水下结构完整性检测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水库库容与淤积分析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大坝安全管理三维数字化监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52728" y="1114958"/>
            <a:ext cx="4732096" cy="5032933"/>
            <a:chOff x="0" y="0"/>
            <a:chExt cx="4732096" cy="503293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32096" cy="5032933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638340" y="892467"/>
              <a:ext cx="3771900" cy="400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3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47339" indent="3810" algn="l" rtl="0" eaLnBrk="0">
                <a:lnSpc>
                  <a:spcPct val="98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三维激光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扫描技术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510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无人机、</a:t>
              </a:r>
              <a:r>
                <a:rPr sz="1700" kern="0" spc="-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车、船搭载进行扫描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6751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浅地层剖面探测技术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25383" y="2757525"/>
              <a:ext cx="2362200" cy="1565147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46519" y="2762097"/>
              <a:ext cx="1373632" cy="2151012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8807" y="70713"/>
              <a:ext cx="1292352" cy="18669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95871" y="159105"/>
              <a:ext cx="1152143" cy="177850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6628765" cy="1607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304665" algn="l" rtl="0" eaLnBrk="0">
                <a:lnSpc>
                  <a:spcPct val="85000"/>
                </a:lnSpc>
                <a:tabLst>
                  <a:tab pos="4544059" algn="l"/>
                </a:tabLst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多波束探测技术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42745" algn="l" rtl="0" eaLnBrk="0">
                <a:lnSpc>
                  <a:spcPts val="2674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三维数字化点云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70357" y="53047"/>
              <a:ext cx="3822191" cy="11811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4699482" y="416102"/>
              <a:ext cx="1622425" cy="567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6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79" indent="-145414" algn="l" rtl="0" eaLnBrk="0">
                <a:lnSpc>
                  <a:spcPct val="105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水下无人潜航器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（ROV）</a:t>
              </a:r>
              <a:r>
                <a:rPr sz="1700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655726" y="1117612"/>
            <a:ext cx="4657725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多波束探测技术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水下无人潜航器（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548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三维激光扫描技术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浅地层剖面探测技术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1060" y="355092"/>
            <a:ext cx="2638044" cy="57835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5151" y="848867"/>
            <a:ext cx="3599688" cy="252069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8511" y="859535"/>
            <a:ext cx="3599688" cy="2520696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151" y="3782567"/>
            <a:ext cx="3599688" cy="25206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8511" y="3781044"/>
            <a:ext cx="3599688" cy="252069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2509" y="6424574"/>
            <a:ext cx="344868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上游坝面混凝土表观</a:t>
            </a: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完整情况检测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964371" y="6361201"/>
            <a:ext cx="299212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龚嘴水电站上游库区探测成果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584532" y="3429558"/>
            <a:ext cx="230758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近坝库区水底地形探测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569935" y="6425717"/>
            <a:ext cx="208152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尾水渠水下检测成果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571307" y="3422002"/>
            <a:ext cx="1622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消力塘水下检测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、光纤传感与光电技术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1909" y="1337030"/>
            <a:ext cx="4324984" cy="297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30" indent="-1270" algn="l" rtl="0" eaLnBrk="0">
              <a:lnSpc>
                <a:spcPct val="99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基于探地雷达的渗流追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安全检测、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混凝土钢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筋网下的隐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蔽病害检测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钢筋网直径和间距检测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钢筋网锈蚀检测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钢筋网下的裂缝等病害检测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2692" y="4701540"/>
            <a:ext cx="4511040" cy="191414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5523" y="1411223"/>
            <a:ext cx="3275076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7048" y="3966971"/>
            <a:ext cx="3314699" cy="229819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5.3 基于探地雷达的渗流追踪和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大坝安全检测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28531" y="1411223"/>
            <a:ext cx="3157728" cy="235610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28531" y="3966971"/>
            <a:ext cx="3096768" cy="231038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3098292"/>
            <a:ext cx="6367271" cy="317601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55726" y="420509"/>
            <a:ext cx="7511415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30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基于深度网络的钢筋直径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估计技术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基于无监督的探地雷达杂波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抑制技术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双/多极化探地雷达对钢筋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网下隐蔽病害探测技术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基于生成对抗网络的钢筋网下病害探测和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09557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160917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12277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063637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2631" y="3098291"/>
            <a:ext cx="443179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7972" y="4053840"/>
            <a:ext cx="10928604" cy="280416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6840" y="763523"/>
            <a:ext cx="5582411" cy="295503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972" y="1479804"/>
            <a:ext cx="3433571" cy="20284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37972" y="944879"/>
            <a:ext cx="3434079" cy="46799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钢筋直径估计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37972" y="3508248"/>
            <a:ext cx="3404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钢筋网下的病害识别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