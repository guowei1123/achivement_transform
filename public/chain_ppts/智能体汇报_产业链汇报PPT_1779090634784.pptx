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2026年5月18日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船舶智能助航与过闸控制技术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智能疏浚决策支持系统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船组耦合水动力预报技术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内河标准船型研发与适配技术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鱼道过鱼评估与生态仿真技术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鱼类监测与栖息地修复技术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光-波浪-储自洽能源系统技术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水风光氢一体化零碳微电网技术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