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  <p:sldId id="833" r:id="rId586"/>
    <p:sldId id="834" r:id="rId587"/>
    <p:sldId id="835" r:id="rId588"/>
    <p:sldId id="836" r:id="rId589"/>
    <p:sldId id="837" r:id="rId590"/>
    <p:sldId id="838" r:id="rId591"/>
    <p:sldId id="839" r:id="rId592"/>
    <p:sldId id="840" r:id="rId593"/>
    <p:sldId id="841" r:id="rId594"/>
    <p:sldId id="842" r:id="rId595"/>
    <p:sldId id="843" r:id="rId596"/>
    <p:sldId id="844" r:id="rId597"/>
    <p:sldId id="845" r:id="rId598"/>
    <p:sldId id="846" r:id="rId599"/>
    <p:sldId id="847" r:id="rId6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Relationship Id="rId586" Type="http://schemas.openxmlformats.org/officeDocument/2006/relationships/slide" Target="slides/slide578.xml"/><Relationship Id="rId587" Type="http://schemas.openxmlformats.org/officeDocument/2006/relationships/slide" Target="slides/slide579.xml"/><Relationship Id="rId588" Type="http://schemas.openxmlformats.org/officeDocument/2006/relationships/slide" Target="slides/slide580.xml"/><Relationship Id="rId589" Type="http://schemas.openxmlformats.org/officeDocument/2006/relationships/slide" Target="slides/slide581.xml"/><Relationship Id="rId590" Type="http://schemas.openxmlformats.org/officeDocument/2006/relationships/slide" Target="slides/slide582.xml"/><Relationship Id="rId591" Type="http://schemas.openxmlformats.org/officeDocument/2006/relationships/slide" Target="slides/slide583.xml"/><Relationship Id="rId592" Type="http://schemas.openxmlformats.org/officeDocument/2006/relationships/slide" Target="slides/slide584.xml"/><Relationship Id="rId593" Type="http://schemas.openxmlformats.org/officeDocument/2006/relationships/slide" Target="slides/slide585.xml"/><Relationship Id="rId594" Type="http://schemas.openxmlformats.org/officeDocument/2006/relationships/slide" Target="slides/slide586.xml"/><Relationship Id="rId595" Type="http://schemas.openxmlformats.org/officeDocument/2006/relationships/slide" Target="slides/slide587.xml"/><Relationship Id="rId596" Type="http://schemas.openxmlformats.org/officeDocument/2006/relationships/slide" Target="slides/slide588.xml"/><Relationship Id="rId597" Type="http://schemas.openxmlformats.org/officeDocument/2006/relationships/slide" Target="slides/slide589.xml"/><Relationship Id="rId598" Type="http://schemas.openxmlformats.org/officeDocument/2006/relationships/slide" Target="slides/slide590.xml"/><Relationship Id="rId599" Type="http://schemas.openxmlformats.org/officeDocument/2006/relationships/slide" Target="slides/slide591.xml"/><Relationship Id="rId600" Type="http://schemas.openxmlformats.org/officeDocument/2006/relationships/slide" Target="slides/slide5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宝山钢铁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