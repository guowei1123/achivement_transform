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9.png"/><Relationship Id="rId7" Type="http://schemas.openxmlformats.org/officeDocument/2006/relationships/image" Target="../media/image20.png"/><Relationship Id="rId6" Type="http://schemas.openxmlformats.org/officeDocument/2006/relationships/image" Target="../media/image21.png"/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9" Type="http://schemas.openxmlformats.org/officeDocument/2006/relationships/image" Target="../media/image26.jpeg"/><Relationship Id="rId18" Type="http://schemas.openxmlformats.org/officeDocument/2006/relationships/image" Target="../media/image27.jpeg"/><Relationship Id="rId17" Type="http://schemas.openxmlformats.org/officeDocument/2006/relationships/image" Target="../media/image28.jpeg"/><Relationship Id="rId16" Type="http://schemas.openxmlformats.org/officeDocument/2006/relationships/image" Target="../media/image29.jpeg"/><Relationship Id="rId15" Type="http://schemas.openxmlformats.org/officeDocument/2006/relationships/image" Target="../media/image30.png"/><Relationship Id="rId14" Type="http://schemas.openxmlformats.org/officeDocument/2006/relationships/image" Target="../media/image31.png"/><Relationship Id="rId13" Type="http://schemas.openxmlformats.org/officeDocument/2006/relationships/image" Target="../media/image32.png"/><Relationship Id="rId12" Type="http://schemas.openxmlformats.org/officeDocument/2006/relationships/image" Target="../media/image33.png"/><Relationship Id="rId11" Type="http://schemas.openxmlformats.org/officeDocument/2006/relationships/image" Target="../media/image34.jpeg"/><Relationship Id="rId10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7.png"/><Relationship Id="rId7" Type="http://schemas.openxmlformats.org/officeDocument/2006/relationships/image" Target="../media/image38.png"/><Relationship Id="rId6" Type="http://schemas.openxmlformats.org/officeDocument/2006/relationships/image" Target="../media/image39.png"/><Relationship Id="rId5" Type="http://schemas.openxmlformats.org/officeDocument/2006/relationships/image" Target="../media/image40.jpeg"/><Relationship Id="rId4" Type="http://schemas.openxmlformats.org/officeDocument/2006/relationships/image" Target="../media/image41.jpeg"/><Relationship Id="rId3" Type="http://schemas.openxmlformats.org/officeDocument/2006/relationships/image" Target="../media/image42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5.jpeg"/><Relationship Id="rId7" Type="http://schemas.openxmlformats.org/officeDocument/2006/relationships/image" Target="../media/image46.png"/><Relationship Id="rId6" Type="http://schemas.openxmlformats.org/officeDocument/2006/relationships/image" Target="../media/image47.png"/><Relationship Id="rId5" Type="http://schemas.openxmlformats.org/officeDocument/2006/relationships/image" Target="../media/image48.jpeg"/><Relationship Id="rId4" Type="http://schemas.openxmlformats.org/officeDocument/2006/relationships/image" Target="../media/image49.jpeg"/><Relationship Id="rId3" Type="http://schemas.openxmlformats.org/officeDocument/2006/relationships/image" Target="../media/image50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6" Type="http://schemas.openxmlformats.org/officeDocument/2006/relationships/image" Target="../media/image21.png"/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31.png"/><Relationship Id="rId7" Type="http://schemas.openxmlformats.org/officeDocument/2006/relationships/image" Target="../media/image32.png"/><Relationship Id="rId6" Type="http://schemas.openxmlformats.org/officeDocument/2006/relationships/image" Target="../media/image33.png"/><Relationship Id="rId5" Type="http://schemas.openxmlformats.org/officeDocument/2006/relationships/image" Target="../media/image34.jpeg"/><Relationship Id="rId4" Type="http://schemas.openxmlformats.org/officeDocument/2006/relationships/image" Target="../media/image35.jpe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42.jpeg"/><Relationship Id="rId6" Type="http://schemas.openxmlformats.org/officeDocument/2006/relationships/image" Target="../media/image43.png"/><Relationship Id="rId5" Type="http://schemas.openxmlformats.org/officeDocument/2006/relationships/image" Target="../media/image26.jpeg"/><Relationship Id="rId4" Type="http://schemas.openxmlformats.org/officeDocument/2006/relationships/image" Target="../media/image27.jpeg"/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jpe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7" Type="http://schemas.openxmlformats.org/officeDocument/2006/relationships/image" Target="../media/image18.png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Relationship Id="rId3" Type="http://schemas.openxmlformats.org/officeDocument/2006/relationships/image" Target="../media/image22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31.png"/><Relationship Id="rId4" Type="http://schemas.openxmlformats.org/officeDocument/2006/relationships/image" Target="../media/image32.png"/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3.png"/><Relationship Id="rId7" Type="http://schemas.openxmlformats.org/officeDocument/2006/relationships/image" Target="../media/image34.jpeg"/><Relationship Id="rId6" Type="http://schemas.openxmlformats.org/officeDocument/2006/relationships/image" Target="../media/image35.jpe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1" Type="http://schemas.openxmlformats.org/officeDocument/2006/relationships/image" Target="../media/image30.png"/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7" Type="http://schemas.openxmlformats.org/officeDocument/2006/relationships/image" Target="../media/image42.jpeg"/><Relationship Id="rId6" Type="http://schemas.openxmlformats.org/officeDocument/2006/relationships/image" Target="../media/image43.png"/><Relationship Id="rId5" Type="http://schemas.openxmlformats.org/officeDocument/2006/relationships/image" Target="../media/image26.jpeg"/><Relationship Id="rId4" Type="http://schemas.openxmlformats.org/officeDocument/2006/relationships/image" Target="../media/image27.jpeg"/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jpe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2026年5月25日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航道疏浚技术成果汇报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