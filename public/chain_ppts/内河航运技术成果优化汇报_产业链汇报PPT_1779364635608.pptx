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内河航运技术成果优化汇报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2651760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651760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66090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64992" y="2660904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信息技术与人工智能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20240" y="3310128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3310128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319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64992" y="3319272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资源环境与安全应急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、信息技术与人工智能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、资源环境与安全应急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