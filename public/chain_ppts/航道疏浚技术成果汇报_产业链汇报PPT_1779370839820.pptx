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jpeg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12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image" Target="../media/image17.jpeg"/><Relationship Id="rId7" Type="http://schemas.openxmlformats.org/officeDocument/2006/relationships/image" Target="../media/image18.jpeg"/><Relationship Id="rId6" Type="http://schemas.openxmlformats.org/officeDocument/2006/relationships/image" Target="../media/image15.png"/><Relationship Id="rId5" Type="http://schemas.openxmlformats.org/officeDocument/2006/relationships/image" Target="../media/image13.jpeg"/><Relationship Id="rId4" Type="http://schemas.openxmlformats.org/officeDocument/2006/relationships/image" Target="../media/image19.jpeg"/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1" Type="http://schemas.openxmlformats.org/officeDocument/2006/relationships/image" Target="../media/image19.jpeg"/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21.png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