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image" Target="../media/image18.png"/><Relationship Id="rId7" Type="http://schemas.openxmlformats.org/officeDocument/2006/relationships/image" Target="../media/image19.png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2.png"/><Relationship Id="rId3" Type="http://schemas.openxmlformats.org/officeDocument/2006/relationships/image" Target="../media/image23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2026年6月3日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测试汇报2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信息技术与人工智能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、淇℃伅鎶€鏈笌浜哄伐鏅鸿兘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948182" y="1717509"/>
            <a:ext cx="5446395" cy="4172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tabLst/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针对复杂动力系统的数据采集、</a:t>
            </a:r>
            <a:r>
              <a:rPr sz="23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处理、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5000"/>
              </a:lnSpc>
              <a:spcBef>
                <a:spcPts val="446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分析、</a:t>
            </a:r>
            <a:r>
              <a:rPr sz="2300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以节能和安全为根本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目标，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对复杂动力系统全生命周期的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控制及智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能运维提供服务</a:t>
            </a:r>
            <a:r>
              <a:rPr sz="2300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基于自主知识产权的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SCADA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系统、</a:t>
            </a:r>
            <a:r>
              <a:rPr sz="23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以流网法为基础的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数字仿真系统的虚实结合交互技术、</a:t>
            </a:r>
            <a:r>
              <a:rPr sz="23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于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和云计算的大数据分析处理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技术，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tabLst/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提供系统全流程智能监控方案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50023" y="1737359"/>
            <a:ext cx="4413504" cy="411784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2.6 动力系统智能监控技术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785366" y="1110462"/>
          <a:ext cx="4074159" cy="5057140"/>
        </p:xfrm>
        <a:graphic>
          <a:graphicData uri="http://schemas.openxmlformats.org/drawingml/2006/table">
            <a:tbl>
              <a:tblPr/>
              <a:tblGrid>
                <a:gridCol w="4074159"/>
              </a:tblGrid>
              <a:tr h="5050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111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国产化控制系统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75092" y="1504188"/>
            <a:ext cx="3713988" cy="3589020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667842" y="1045794"/>
            <a:ext cx="64198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自主知识产权的国产化控制系统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数字孪生的虚实交互技术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机理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数据驱动的故障诊断技术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基于神经网络结合机理模型的智能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82427" y="3211360"/>
            <a:ext cx="3675989" cy="294333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88238" y="3211360"/>
            <a:ext cx="3409784" cy="2870250"/>
            <a:chOff x="0" y="0"/>
            <a:chExt cx="3409784" cy="2870250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3409784" cy="2870250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-12700" y="-12700"/>
              <a:ext cx="3435350" cy="2896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27455" algn="l" rtl="0" eaLnBrk="0">
                <a:lnSpc>
                  <a:spcPct val="88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数字孪生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08932" y="3429000"/>
            <a:ext cx="2947415" cy="2287523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3698100" y="19269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435346" y="5804852"/>
            <a:ext cx="93662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故障诊断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9268" y="2433828"/>
            <a:ext cx="6111240" cy="404469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8147" y="2732532"/>
            <a:ext cx="5436108" cy="3305555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833627" y="970788"/>
            <a:ext cx="6939280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大型动力系统智能控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制与智能运维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864759" y="1872369"/>
            <a:ext cx="713231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船舶动力系统、</a:t>
            </a:r>
            <a:r>
              <a:rPr sz="2700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中央空调系统、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核电站等领域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2026-05-21T21:38:40</vt:filetime>
  </property>
</Properties>
</file>