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  <p:sldId id="782" r:id="rId535"/>
    <p:sldId id="783" r:id="rId536"/>
    <p:sldId id="784" r:id="rId537"/>
    <p:sldId id="785" r:id="rId538"/>
    <p:sldId id="786" r:id="rId539"/>
    <p:sldId id="787" r:id="rId540"/>
    <p:sldId id="788" r:id="rId541"/>
    <p:sldId id="789" r:id="rId542"/>
    <p:sldId id="790" r:id="rId543"/>
    <p:sldId id="791" r:id="rId544"/>
    <p:sldId id="792" r:id="rId545"/>
    <p:sldId id="793" r:id="rId546"/>
    <p:sldId id="794" r:id="rId547"/>
    <p:sldId id="795" r:id="rId548"/>
    <p:sldId id="796" r:id="rId549"/>
    <p:sldId id="797" r:id="rId550"/>
    <p:sldId id="798" r:id="rId551"/>
    <p:sldId id="799" r:id="rId552"/>
    <p:sldId id="800" r:id="rId553"/>
    <p:sldId id="801" r:id="rId554"/>
    <p:sldId id="802" r:id="rId555"/>
    <p:sldId id="803" r:id="rId556"/>
    <p:sldId id="804" r:id="rId557"/>
    <p:sldId id="805" r:id="rId558"/>
    <p:sldId id="806" r:id="rId559"/>
    <p:sldId id="807" r:id="rId560"/>
    <p:sldId id="808" r:id="rId561"/>
    <p:sldId id="809" r:id="rId562"/>
    <p:sldId id="810" r:id="rId563"/>
    <p:sldId id="811" r:id="rId564"/>
    <p:sldId id="812" r:id="rId565"/>
    <p:sldId id="813" r:id="rId566"/>
    <p:sldId id="814" r:id="rId567"/>
    <p:sldId id="815" r:id="rId568"/>
    <p:sldId id="816" r:id="rId569"/>
    <p:sldId id="817" r:id="rId570"/>
    <p:sldId id="818" r:id="rId571"/>
    <p:sldId id="819" r:id="rId572"/>
    <p:sldId id="820" r:id="rId573"/>
    <p:sldId id="821" r:id="rId574"/>
    <p:sldId id="822" r:id="rId575"/>
    <p:sldId id="823" r:id="rId576"/>
    <p:sldId id="824" r:id="rId577"/>
    <p:sldId id="825" r:id="rId578"/>
    <p:sldId id="826" r:id="rId579"/>
    <p:sldId id="827" r:id="rId580"/>
    <p:sldId id="828" r:id="rId581"/>
    <p:sldId id="829" r:id="rId582"/>
    <p:sldId id="830" r:id="rId583"/>
    <p:sldId id="831" r:id="rId584"/>
    <p:sldId id="832" r:id="rId585"/>
    <p:sldId id="833" r:id="rId586"/>
    <p:sldId id="834" r:id="rId587"/>
    <p:sldId id="835" r:id="rId588"/>
    <p:sldId id="836" r:id="rId589"/>
    <p:sldId id="837" r:id="rId590"/>
    <p:sldId id="838" r:id="rId591"/>
    <p:sldId id="839" r:id="rId592"/>
    <p:sldId id="840" r:id="rId593"/>
    <p:sldId id="841" r:id="rId594"/>
    <p:sldId id="842" r:id="rId595"/>
    <p:sldId id="843" r:id="rId596"/>
    <p:sldId id="844" r:id="rId597"/>
    <p:sldId id="845" r:id="rId598"/>
    <p:sldId id="846" r:id="rId599"/>
    <p:sldId id="847" r:id="rId600"/>
    <p:sldId id="848" r:id="rId601"/>
    <p:sldId id="849" r:id="rId602"/>
    <p:sldId id="850" r:id="rId603"/>
    <p:sldId id="851" r:id="rId604"/>
    <p:sldId id="852" r:id="rId605"/>
    <p:sldId id="853" r:id="rId606"/>
    <p:sldId id="854" r:id="rId607"/>
    <p:sldId id="855" r:id="rId608"/>
    <p:sldId id="856" r:id="rId609"/>
    <p:sldId id="857" r:id="rId610"/>
    <p:sldId id="858" r:id="rId611"/>
    <p:sldId id="859" r:id="rId612"/>
    <p:sldId id="860" r:id="rId613"/>
    <p:sldId id="861" r:id="rId614"/>
    <p:sldId id="862" r:id="rId6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Relationship Id="rId535" Type="http://schemas.openxmlformats.org/officeDocument/2006/relationships/slide" Target="slides/slide527.xml"/><Relationship Id="rId536" Type="http://schemas.openxmlformats.org/officeDocument/2006/relationships/slide" Target="slides/slide528.xml"/><Relationship Id="rId537" Type="http://schemas.openxmlformats.org/officeDocument/2006/relationships/slide" Target="slides/slide529.xml"/><Relationship Id="rId538" Type="http://schemas.openxmlformats.org/officeDocument/2006/relationships/slide" Target="slides/slide530.xml"/><Relationship Id="rId539" Type="http://schemas.openxmlformats.org/officeDocument/2006/relationships/slide" Target="slides/slide531.xml"/><Relationship Id="rId540" Type="http://schemas.openxmlformats.org/officeDocument/2006/relationships/slide" Target="slides/slide532.xml"/><Relationship Id="rId541" Type="http://schemas.openxmlformats.org/officeDocument/2006/relationships/slide" Target="slides/slide533.xml"/><Relationship Id="rId542" Type="http://schemas.openxmlformats.org/officeDocument/2006/relationships/slide" Target="slides/slide534.xml"/><Relationship Id="rId543" Type="http://schemas.openxmlformats.org/officeDocument/2006/relationships/slide" Target="slides/slide535.xml"/><Relationship Id="rId544" Type="http://schemas.openxmlformats.org/officeDocument/2006/relationships/slide" Target="slides/slide536.xml"/><Relationship Id="rId545" Type="http://schemas.openxmlformats.org/officeDocument/2006/relationships/slide" Target="slides/slide537.xml"/><Relationship Id="rId546" Type="http://schemas.openxmlformats.org/officeDocument/2006/relationships/slide" Target="slides/slide538.xml"/><Relationship Id="rId547" Type="http://schemas.openxmlformats.org/officeDocument/2006/relationships/slide" Target="slides/slide539.xml"/><Relationship Id="rId548" Type="http://schemas.openxmlformats.org/officeDocument/2006/relationships/slide" Target="slides/slide540.xml"/><Relationship Id="rId549" Type="http://schemas.openxmlformats.org/officeDocument/2006/relationships/slide" Target="slides/slide541.xml"/><Relationship Id="rId550" Type="http://schemas.openxmlformats.org/officeDocument/2006/relationships/slide" Target="slides/slide542.xml"/><Relationship Id="rId551" Type="http://schemas.openxmlformats.org/officeDocument/2006/relationships/slide" Target="slides/slide543.xml"/><Relationship Id="rId552" Type="http://schemas.openxmlformats.org/officeDocument/2006/relationships/slide" Target="slides/slide544.xml"/><Relationship Id="rId553" Type="http://schemas.openxmlformats.org/officeDocument/2006/relationships/slide" Target="slides/slide545.xml"/><Relationship Id="rId554" Type="http://schemas.openxmlformats.org/officeDocument/2006/relationships/slide" Target="slides/slide546.xml"/><Relationship Id="rId555" Type="http://schemas.openxmlformats.org/officeDocument/2006/relationships/slide" Target="slides/slide547.xml"/><Relationship Id="rId556" Type="http://schemas.openxmlformats.org/officeDocument/2006/relationships/slide" Target="slides/slide548.xml"/><Relationship Id="rId557" Type="http://schemas.openxmlformats.org/officeDocument/2006/relationships/slide" Target="slides/slide549.xml"/><Relationship Id="rId558" Type="http://schemas.openxmlformats.org/officeDocument/2006/relationships/slide" Target="slides/slide550.xml"/><Relationship Id="rId559" Type="http://schemas.openxmlformats.org/officeDocument/2006/relationships/slide" Target="slides/slide551.xml"/><Relationship Id="rId560" Type="http://schemas.openxmlformats.org/officeDocument/2006/relationships/slide" Target="slides/slide552.xml"/><Relationship Id="rId561" Type="http://schemas.openxmlformats.org/officeDocument/2006/relationships/slide" Target="slides/slide553.xml"/><Relationship Id="rId562" Type="http://schemas.openxmlformats.org/officeDocument/2006/relationships/slide" Target="slides/slide554.xml"/><Relationship Id="rId563" Type="http://schemas.openxmlformats.org/officeDocument/2006/relationships/slide" Target="slides/slide555.xml"/><Relationship Id="rId564" Type="http://schemas.openxmlformats.org/officeDocument/2006/relationships/slide" Target="slides/slide556.xml"/><Relationship Id="rId565" Type="http://schemas.openxmlformats.org/officeDocument/2006/relationships/slide" Target="slides/slide557.xml"/><Relationship Id="rId566" Type="http://schemas.openxmlformats.org/officeDocument/2006/relationships/slide" Target="slides/slide558.xml"/><Relationship Id="rId567" Type="http://schemas.openxmlformats.org/officeDocument/2006/relationships/slide" Target="slides/slide559.xml"/><Relationship Id="rId568" Type="http://schemas.openxmlformats.org/officeDocument/2006/relationships/slide" Target="slides/slide560.xml"/><Relationship Id="rId569" Type="http://schemas.openxmlformats.org/officeDocument/2006/relationships/slide" Target="slides/slide561.xml"/><Relationship Id="rId570" Type="http://schemas.openxmlformats.org/officeDocument/2006/relationships/slide" Target="slides/slide562.xml"/><Relationship Id="rId571" Type="http://schemas.openxmlformats.org/officeDocument/2006/relationships/slide" Target="slides/slide563.xml"/><Relationship Id="rId572" Type="http://schemas.openxmlformats.org/officeDocument/2006/relationships/slide" Target="slides/slide564.xml"/><Relationship Id="rId573" Type="http://schemas.openxmlformats.org/officeDocument/2006/relationships/slide" Target="slides/slide565.xml"/><Relationship Id="rId574" Type="http://schemas.openxmlformats.org/officeDocument/2006/relationships/slide" Target="slides/slide566.xml"/><Relationship Id="rId575" Type="http://schemas.openxmlformats.org/officeDocument/2006/relationships/slide" Target="slides/slide567.xml"/><Relationship Id="rId576" Type="http://schemas.openxmlformats.org/officeDocument/2006/relationships/slide" Target="slides/slide568.xml"/><Relationship Id="rId577" Type="http://schemas.openxmlformats.org/officeDocument/2006/relationships/slide" Target="slides/slide569.xml"/><Relationship Id="rId578" Type="http://schemas.openxmlformats.org/officeDocument/2006/relationships/slide" Target="slides/slide570.xml"/><Relationship Id="rId579" Type="http://schemas.openxmlformats.org/officeDocument/2006/relationships/slide" Target="slides/slide571.xml"/><Relationship Id="rId580" Type="http://schemas.openxmlformats.org/officeDocument/2006/relationships/slide" Target="slides/slide572.xml"/><Relationship Id="rId581" Type="http://schemas.openxmlformats.org/officeDocument/2006/relationships/slide" Target="slides/slide573.xml"/><Relationship Id="rId582" Type="http://schemas.openxmlformats.org/officeDocument/2006/relationships/slide" Target="slides/slide574.xml"/><Relationship Id="rId583" Type="http://schemas.openxmlformats.org/officeDocument/2006/relationships/slide" Target="slides/slide575.xml"/><Relationship Id="rId584" Type="http://schemas.openxmlformats.org/officeDocument/2006/relationships/slide" Target="slides/slide576.xml"/><Relationship Id="rId585" Type="http://schemas.openxmlformats.org/officeDocument/2006/relationships/slide" Target="slides/slide577.xml"/><Relationship Id="rId586" Type="http://schemas.openxmlformats.org/officeDocument/2006/relationships/slide" Target="slides/slide578.xml"/><Relationship Id="rId587" Type="http://schemas.openxmlformats.org/officeDocument/2006/relationships/slide" Target="slides/slide579.xml"/><Relationship Id="rId588" Type="http://schemas.openxmlformats.org/officeDocument/2006/relationships/slide" Target="slides/slide580.xml"/><Relationship Id="rId589" Type="http://schemas.openxmlformats.org/officeDocument/2006/relationships/slide" Target="slides/slide581.xml"/><Relationship Id="rId590" Type="http://schemas.openxmlformats.org/officeDocument/2006/relationships/slide" Target="slides/slide582.xml"/><Relationship Id="rId591" Type="http://schemas.openxmlformats.org/officeDocument/2006/relationships/slide" Target="slides/slide583.xml"/><Relationship Id="rId592" Type="http://schemas.openxmlformats.org/officeDocument/2006/relationships/slide" Target="slides/slide584.xml"/><Relationship Id="rId593" Type="http://schemas.openxmlformats.org/officeDocument/2006/relationships/slide" Target="slides/slide585.xml"/><Relationship Id="rId594" Type="http://schemas.openxmlformats.org/officeDocument/2006/relationships/slide" Target="slides/slide586.xml"/><Relationship Id="rId595" Type="http://schemas.openxmlformats.org/officeDocument/2006/relationships/slide" Target="slides/slide587.xml"/><Relationship Id="rId596" Type="http://schemas.openxmlformats.org/officeDocument/2006/relationships/slide" Target="slides/slide588.xml"/><Relationship Id="rId597" Type="http://schemas.openxmlformats.org/officeDocument/2006/relationships/slide" Target="slides/slide589.xml"/><Relationship Id="rId598" Type="http://schemas.openxmlformats.org/officeDocument/2006/relationships/slide" Target="slides/slide590.xml"/><Relationship Id="rId599" Type="http://schemas.openxmlformats.org/officeDocument/2006/relationships/slide" Target="slides/slide591.xml"/><Relationship Id="rId600" Type="http://schemas.openxmlformats.org/officeDocument/2006/relationships/slide" Target="slides/slide592.xml"/><Relationship Id="rId601" Type="http://schemas.openxmlformats.org/officeDocument/2006/relationships/slide" Target="slides/slide593.xml"/><Relationship Id="rId602" Type="http://schemas.openxmlformats.org/officeDocument/2006/relationships/slide" Target="slides/slide594.xml"/><Relationship Id="rId603" Type="http://schemas.openxmlformats.org/officeDocument/2006/relationships/slide" Target="slides/slide595.xml"/><Relationship Id="rId604" Type="http://schemas.openxmlformats.org/officeDocument/2006/relationships/slide" Target="slides/slide596.xml"/><Relationship Id="rId605" Type="http://schemas.openxmlformats.org/officeDocument/2006/relationships/slide" Target="slides/slide597.xml"/><Relationship Id="rId606" Type="http://schemas.openxmlformats.org/officeDocument/2006/relationships/slide" Target="slides/slide598.xml"/><Relationship Id="rId607" Type="http://schemas.openxmlformats.org/officeDocument/2006/relationships/slide" Target="slides/slide599.xml"/><Relationship Id="rId608" Type="http://schemas.openxmlformats.org/officeDocument/2006/relationships/slide" Target="slides/slide600.xml"/><Relationship Id="rId609" Type="http://schemas.openxmlformats.org/officeDocument/2006/relationships/slide" Target="slides/slide601.xml"/><Relationship Id="rId610" Type="http://schemas.openxmlformats.org/officeDocument/2006/relationships/slide" Target="slides/slide602.xml"/><Relationship Id="rId611" Type="http://schemas.openxmlformats.org/officeDocument/2006/relationships/slide" Target="slides/slide603.xml"/><Relationship Id="rId612" Type="http://schemas.openxmlformats.org/officeDocument/2006/relationships/slide" Target="slides/slide604.xml"/><Relationship Id="rId613" Type="http://schemas.openxmlformats.org/officeDocument/2006/relationships/slide" Target="slides/slide605.xml"/><Relationship Id="rId614" Type="http://schemas.openxmlformats.org/officeDocument/2006/relationships/slide" Target="slides/slide606.xml"/><Relationship Id="rId615" Type="http://schemas.openxmlformats.org/officeDocument/2006/relationships/slide" Target="slides/slide60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2026年4月13日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一次性便携纸质烤炉及其制作方法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一种内河小型客渡船的安全监测方法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一种动态危险船载环境自适应应急导航方法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一种基于CSI指纹特征迁移的船载环境室内定位方法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一种基于WiFi信号的速度无关步态识别方法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一种基于光污染评价的航标亮度调节方法、装置及系统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一种基于圆形轨迹单元的无人艇避障方法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一种基于大数据的数据筛选方法、装置及电子设备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一种基于模糊控制的抓斗防摇方法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一种基于深度学习的海事无人机视频图像去雾方法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一种基于航运路线信息的搁浅预警装置及其预警方法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一种基于菲涅尔区的船载环境多目标室内定位方法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一种多船会遇避碰方法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一种多船避碰决策方法及装置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一种无人机、艇无线联合巡航搜救方法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一种水上收油机及其收油方法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一种水空两栖立体式搜救系统及方法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一种水面救援机器人用救生网释放装置及其释放方法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一种浮标沉石移位识别方法及装置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一种浮绳联接的双无人船艇协同拖曳控制方法及装置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一种混合交通场景下的多船分布式协同控制方法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一种用于海事无人机的低照度视频图像增强方法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一种航标机群系统和对海洋污染物进行机群监测的方法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一种船载危险品事故应急搜救知识共享方法及装置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一种锚地时空利用效率评价方法和装置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一种面向内河溢油事故应急处理的浮标及其控制方法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基于CSI的双循环神经网络的船载环境室内定位方法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基于多船运动不确定性的冲突侦测方法、存储器及处理器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多功能无人机泊稳充电平台及方法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水工建筑物对海事交管雷达遮蔽区域计算和影响评价方法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海上拖带系统AIS虚拟警戒标标示系统及方法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航标、航标防撞预警装置及方法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面向海上风电工程的雷达遮蔽区域模型构建方法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面向港区的UWB/INS/GNSS的无缝定位方法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一种值班提醒毯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一种内河桥梁净空高度测量装置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一种可自动排缆的多级分隔式卷筒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一种基于塑料分离技术的新型垃圾箱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一种基于码头富裕水深的离靠泊装置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一种基于边缘计算的客轮人员定位导航系统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一种多功能绿色水上清洁机器人充电仓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一种多模块协同的折叠浮桥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一种多模组出票装置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一种客船应急逃生系统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一种布置有电池舱结构的教学用开敞式救助艇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一种异相轮轴开合截断涡环装置及三通涡环激励景观装置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一种插拔式水上应急救生舱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一种救生衣辅助穿着装置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一种新型汽车滚装船用安全装置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一种方便调节浮力的新型航海浮标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一种无人救援水面艇的救援物料存储柜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一种水上搜救无人机搭载的救生圈支架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一种水上桥梁施工用安全警示装置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一种水面救援用等角三轴悬挂式机身骨架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一种海上应急救援过驳系统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一种海员防溺水装置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一种海空自主协同搜救M3U平台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一种海陆两用自供能无人机航保基站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一种用于水上红外图像增强装置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一种码头富裕水深指示浮标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一种码头系泊用缆绳抗拉强度测设装置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一种磁吸式连接结构及浮桥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一种背扣式救生衣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一种自平衡式水上救生艇座椅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一种航海用浮标灯桩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一种航海警示灯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一种面向水上搜救的无人机自动取放装置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一种风帆收卷装置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基于热气球的海上自主救援装置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客船应急逃生预警指示系统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救生手环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水上垃圾清洁船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水上落水人员救援集结装置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洗衣晾衣一体机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海上无人机基站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用于内河船载高流速水域的围油栏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面向特定区域的电子海图显示与应用平台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