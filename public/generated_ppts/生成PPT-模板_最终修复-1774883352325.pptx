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一种无人机、艇无线联合巡航搜救方法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一种无人机、艇无线联合巡航搜救方法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一种无人机、艇无线联合巡航搜救方法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