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uploaded-1-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概述：涉及Scrapy爬虫框架、Neo4j图数据库、Dify平台及MCP协议等技术，用于数据采集、存储与智能应用。
• Scrapy用于创建和运行爬虫项目，采集网页数据
• Neo4j图数据库用于存储和查询关联数据
• Dify平台集成外部MCP服务，实现大模型上下文协议应用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技术成果转化汇报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9001" name="image1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7559040" y="155448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概述：Scrapy通过命令行创建项目和spider文件并运行；Neo4j通过控制台启动并可在浏览器查看；Dify通过host.docker.internal访问宿主机Neo4j服务。
• Scrapy项目创建：scrapy startproject 项目名
• Spider文件生成：scrapy genspider 文件名 域名范围
• Neo4j启动：进入bin目录执行neo4j.bat console，浏览器访问http://localhost:7474/browser/
• Docker内Dify访问宿主机Neo4j需使用host.docker.internal替代localhost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技术成果转化汇报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概述：已实现Scrapy爬虫项目创建与运行、Neo4j图数据库启动与查看、Dify集成外部MCP服务及飞书开发者工具配置。
• 成功创建并运行Scrapy爬虫项目
• Neo4j图数据库启动并在浏览器查看数据
• Dify平台配置外部MCP服务及飞书API凭证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技术成果转化汇报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郭伟</cp:lastModifiedBy>
  <cp:revision>13</cp:revision>
  <dcterms:created xsi:type="dcterms:W3CDTF">2023-08-09T12:44:00Z</dcterms:created>
  <dcterms:modified xsi:type="dcterms:W3CDTF">2026-05-25T03:18:48Z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1E3A4F3B5DB248D8B25F2F7F07DAE0DA_12</vt:lpwstr>
  </property>
</Properties>
</file>