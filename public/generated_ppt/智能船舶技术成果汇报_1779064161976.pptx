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73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9144000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2651760"/>
            <a:ext cx="2743200" cy="54864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智能船舶技术成果汇报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推动航运智能化转型，提升航行安全与运营效率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2026年5月18日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1371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一、技术需求背景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645920" y="1920240"/>
            <a:ext cx="6400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57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45920" y="2057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二、技术特点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645920" y="2606040"/>
            <a:ext cx="6400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432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45920" y="2743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三、技术前期应用成果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011680"/>
            <a:ext cx="6400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82880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一、技术需求背景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28800" y="3108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传统船舶面临航行安全与运营效率的重大挑战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技术需求背景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航运业转型趋势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全球航运业向智能化、绿色化转型，传统船舶在航行安全、运营效率等方面面临重大挑战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人为操作失误问题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据统计，超过70%的船舶事故与人为操作失误有关，亟需智能化技术提升航行安全水平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011680"/>
            <a:ext cx="6400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82880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二、技术特点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28800" y="3108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四大核心技术驱动智能船舶发展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技术特点（1/2）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基于深度学习的智能感知系统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融合雷达、AIS、视觉等多源数据，实现全天候态势感知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自主决策与路径规划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采用强化学习算法，实现复杂水域下的自主避碰与航线优化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技术特点（2/2）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多源数据融合技术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基于联邦学习的分布式数据处理框架，保障数据安全与隐私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数字孪生仿真平台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构建船舶航行数字孪生模型，支持实时仿真与预测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011680"/>
            <a:ext cx="6400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82880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三、技术前期应用成果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28800" y="3108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实际部署验证技术效能，取得显著成效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技术前期应用成果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部署与航行数据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已在5艘智能船舶上完成部署，累计安全航行超过10000海里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效率与节能提升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航行效率提升20%，燃油消耗降低15%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安全与认证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成功规避潜在碰撞风险30余次，获得中国船级社智能船舶符号认证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B9B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1645920"/>
            <a:ext cx="457200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286000" y="20116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感谢观看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86000" y="3017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智能船舶技术成果汇报</dc:title>
  <dc:subject>PptxGenJS Presentation</dc:subject>
  <dc:creator>技术成果PPT生成器</dc:creator>
  <cp:lastModifiedBy>技术成果PPT生成器</cp:lastModifiedBy>
  <cp:revision>1</cp:revision>
  <dcterms:created xsi:type="dcterms:W3CDTF">2026-05-18T00:29:21Z</dcterms:created>
  <dcterms:modified xsi:type="dcterms:W3CDTF">2026-05-18T00:29:21Z</dcterms:modified>
</cp:coreProperties>
</file>