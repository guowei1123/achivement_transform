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56616"/>
            <a:ext cx="8412480" cy="4407408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80808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26464"/>
            <a:ext cx="74980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智能船舶技术成果汇报</a:t>
            </a: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822960" y="2552336"/>
            <a:ext cx="74980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推动航运业智能化转型，提升航行效率与安全性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4038633"/>
            <a:ext cx="9144000" cy="135587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3497472" y="2398940"/>
            <a:ext cx="214905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06749" y="0"/>
            <a:ext cx="4820125" cy="514350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-1119272" y="0"/>
            <a:ext cx="4820125" cy="514350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4" name="Text 2"/>
          <p:cNvSpPr/>
          <p:nvPr/>
        </p:nvSpPr>
        <p:spPr>
          <a:xfrm>
            <a:off x="1114569" y="1565910"/>
            <a:ext cx="13558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1409471" y="2571750"/>
            <a:ext cx="766068" cy="914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507" y="2636217"/>
            <a:ext cx="23659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94071" y="1913628"/>
            <a:ext cx="9144" cy="277954"/>
          </a:xfrm>
          <a:prstGeom prst="line">
            <a:avLst/>
          </a:prstGeom>
          <a:noFill/>
          <a:ln w="25400">
            <a:solidFill>
              <a:srgbClr val="9696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94071" y="2951918"/>
            <a:ext cx="9144" cy="277954"/>
          </a:xfrm>
          <a:prstGeom prst="line">
            <a:avLst/>
          </a:prstGeom>
          <a:noFill/>
          <a:ln w="25400">
            <a:solidFill>
              <a:srgbClr val="9696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2541" y="1810289"/>
            <a:ext cx="345747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48341" y="1686845"/>
            <a:ext cx="67115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02541" y="2848579"/>
            <a:ext cx="3457473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48341" y="2725135"/>
            <a:ext cx="671157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5060" y="1910762"/>
            <a:ext cx="8053879" cy="1321975"/>
          </a:xfrm>
          <a:prstGeom prst="roundRect">
            <a:avLst>
              <a:gd name="adj" fmla="val 44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" dist="9525" dir="16200000">
              <a:srgbClr val="969696">
                <a:alpha val="2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839819" y="2178558"/>
            <a:ext cx="5532066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5060" y="827288"/>
            <a:ext cx="1410107" cy="2894786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5" name="Shape 3"/>
          <p:cNvSpPr/>
          <p:nvPr/>
        </p:nvSpPr>
        <p:spPr>
          <a:xfrm>
            <a:off x="921623" y="1544981"/>
            <a:ext cx="1410107" cy="2894786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Shape 4"/>
          <p:cNvSpPr/>
          <p:nvPr/>
        </p:nvSpPr>
        <p:spPr>
          <a:xfrm>
            <a:off x="1754378" y="703733"/>
            <a:ext cx="1410107" cy="2894786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7" name="Text 5"/>
          <p:cNvSpPr/>
          <p:nvPr/>
        </p:nvSpPr>
        <p:spPr>
          <a:xfrm>
            <a:off x="1123268" y="1986534"/>
            <a:ext cx="1254181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634" y="254997"/>
            <a:ext cx="454217" cy="45421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1192137" y="1607805"/>
            <a:ext cx="292608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4" name="Shape 2"/>
          <p:cNvSpPr/>
          <p:nvPr/>
        </p:nvSpPr>
        <p:spPr>
          <a:xfrm>
            <a:off x="1283577" y="1686793"/>
            <a:ext cx="2825496" cy="2942242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241636" y="1194264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Text 4"/>
          <p:cNvSpPr/>
          <p:nvPr/>
        </p:nvSpPr>
        <p:spPr>
          <a:xfrm>
            <a:off x="1361601" y="2121481"/>
            <a:ext cx="2587151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25783" y="1607805"/>
            <a:ext cx="292608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5117223" y="1686793"/>
            <a:ext cx="2825496" cy="2942242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075282" y="1194264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0" name="Text 8"/>
          <p:cNvSpPr/>
          <p:nvPr/>
        </p:nvSpPr>
        <p:spPr>
          <a:xfrm>
            <a:off x="5195248" y="2121481"/>
            <a:ext cx="2587151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9498" y="143778"/>
            <a:ext cx="801998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技术需求背景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61601" y="2551249"/>
            <a:ext cx="2587151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全球航运业智能化转型：随着全球航运业向智能化转型，传统船舶面临重大挑战。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7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33252" y="1985335"/>
            <a:ext cx="4393025" cy="9144"/>
          </a:xfrm>
          <a:prstGeom prst="line">
            <a:avLst/>
          </a:prstGeom>
          <a:noFill/>
          <a:ln w="152400">
            <a:solidFill>
              <a:srgbClr val="47A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47446" y="-406939"/>
            <a:ext cx="5957378" cy="595737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900752" y="1646367"/>
            <a:ext cx="1850765" cy="1850765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Text 4"/>
          <p:cNvSpPr/>
          <p:nvPr/>
        </p:nvSpPr>
        <p:spPr>
          <a:xfrm>
            <a:off x="250158" y="2178558"/>
            <a:ext cx="5911601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36246" y="3158794"/>
            <a:ext cx="4393025" cy="9144"/>
          </a:xfrm>
          <a:prstGeom prst="line">
            <a:avLst/>
          </a:prstGeom>
          <a:noFill/>
          <a:ln w="152400">
            <a:solidFill>
              <a:srgbClr val="47AC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0158" y="3497133"/>
            <a:ext cx="4597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三大核心技术驱动智能船舶升级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634" y="254997"/>
            <a:ext cx="454217" cy="45421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480399" y="1600082"/>
            <a:ext cx="256032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4" name="Shape 2"/>
          <p:cNvSpPr/>
          <p:nvPr/>
        </p:nvSpPr>
        <p:spPr>
          <a:xfrm>
            <a:off x="545652" y="1658731"/>
            <a:ext cx="2485923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347018" y="1186541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Text 4"/>
          <p:cNvSpPr/>
          <p:nvPr/>
        </p:nvSpPr>
        <p:spPr>
          <a:xfrm>
            <a:off x="616930" y="2127317"/>
            <a:ext cx="233235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91840" y="1600082"/>
            <a:ext cx="256032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3357093" y="1658731"/>
            <a:ext cx="2485923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158459" y="1186541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0" name="Text 8"/>
          <p:cNvSpPr/>
          <p:nvPr/>
        </p:nvSpPr>
        <p:spPr>
          <a:xfrm>
            <a:off x="3428371" y="2127317"/>
            <a:ext cx="233235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103281" y="1600082"/>
            <a:ext cx="256032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12" name="Shape 10"/>
          <p:cNvSpPr/>
          <p:nvPr/>
        </p:nvSpPr>
        <p:spPr>
          <a:xfrm>
            <a:off x="6168534" y="1658731"/>
            <a:ext cx="2485923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969900" y="1186541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4" name="Text 12"/>
          <p:cNvSpPr/>
          <p:nvPr/>
        </p:nvSpPr>
        <p:spPr>
          <a:xfrm>
            <a:off x="6239812" y="2127317"/>
            <a:ext cx="233235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9498" y="143778"/>
            <a:ext cx="801998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技术特点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6930" y="2557085"/>
            <a:ext cx="23323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基于深度学习的智能感知系统：利用深度学习算法，实现船舶周围环境的实时感知与识别。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8371" y="2557085"/>
            <a:ext cx="23323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多源数据融合技术：整合雷达、摄像头、AIS等多源数据，提升环境感知的准确性和鲁棒性。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39812" y="2557085"/>
            <a:ext cx="233235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自主决策与路径规划：基于感知数据，自主制定航行决策并规划最优路径。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27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382251" y="2283627"/>
            <a:ext cx="4393025" cy="9144"/>
          </a:xfrm>
          <a:prstGeom prst="line">
            <a:avLst/>
          </a:prstGeom>
          <a:noFill/>
          <a:ln w="152400">
            <a:solidFill>
              <a:srgbClr val="47AC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00827" y="507435"/>
            <a:ext cx="1355872" cy="135587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5" name="Text 3"/>
          <p:cNvSpPr/>
          <p:nvPr/>
        </p:nvSpPr>
        <p:spPr>
          <a:xfrm>
            <a:off x="585721" y="2476850"/>
            <a:ext cx="798608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382251" y="3457086"/>
            <a:ext cx="4393025" cy="9144"/>
          </a:xfrm>
          <a:prstGeom prst="line">
            <a:avLst/>
          </a:prstGeom>
          <a:noFill/>
          <a:ln w="152400">
            <a:solidFill>
              <a:srgbClr val="47AC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7103" y="3775086"/>
            <a:ext cx="616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实际部署验证技术有效性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8634" y="254997"/>
            <a:ext cx="454217" cy="454217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108576" y="1619314"/>
            <a:ext cx="219456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4" name="Shape 2"/>
          <p:cNvSpPr/>
          <p:nvPr/>
        </p:nvSpPr>
        <p:spPr>
          <a:xfrm>
            <a:off x="164860" y="1677963"/>
            <a:ext cx="2129131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92315" y="1205773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6" name="Text 4"/>
          <p:cNvSpPr/>
          <p:nvPr/>
        </p:nvSpPr>
        <p:spPr>
          <a:xfrm>
            <a:off x="200016" y="2146549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352672" y="1619314"/>
            <a:ext cx="219456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2408957" y="1677963"/>
            <a:ext cx="2129131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036411" y="1205773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0" name="Text 8"/>
          <p:cNvSpPr/>
          <p:nvPr/>
        </p:nvSpPr>
        <p:spPr>
          <a:xfrm>
            <a:off x="2444112" y="2146549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96768" y="1619314"/>
            <a:ext cx="219456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12" name="Shape 10"/>
          <p:cNvSpPr/>
          <p:nvPr/>
        </p:nvSpPr>
        <p:spPr>
          <a:xfrm>
            <a:off x="4653053" y="1677963"/>
            <a:ext cx="2129131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280507" y="1205773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4" name="Text 12"/>
          <p:cNvSpPr/>
          <p:nvPr/>
        </p:nvSpPr>
        <p:spPr>
          <a:xfrm>
            <a:off x="4688208" y="2146549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840864" y="1619314"/>
            <a:ext cx="2194560" cy="3030322"/>
          </a:xfrm>
          <a:prstGeom prst="roundRect">
            <a:avLst>
              <a:gd name="adj" fmla="val 2341"/>
            </a:avLst>
          </a:prstGeom>
          <a:solidFill>
            <a:srgbClr val="47ACC5"/>
          </a:solidFill>
          <a:ln/>
        </p:spPr>
      </p:sp>
      <p:sp>
        <p:nvSpPr>
          <p:cNvPr id="16" name="Shape 14"/>
          <p:cNvSpPr/>
          <p:nvPr/>
        </p:nvSpPr>
        <p:spPr>
          <a:xfrm>
            <a:off x="6897149" y="1677963"/>
            <a:ext cx="2129131" cy="2962580"/>
          </a:xfrm>
          <a:prstGeom prst="roundRect">
            <a:avLst>
              <a:gd name="adj" fmla="val 23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524604" y="1205773"/>
            <a:ext cx="827082" cy="82708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18" name="Text 16"/>
          <p:cNvSpPr/>
          <p:nvPr/>
        </p:nvSpPr>
        <p:spPr>
          <a:xfrm>
            <a:off x="6932304" y="2146549"/>
            <a:ext cx="20116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内容项标题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9498" y="143778"/>
            <a:ext cx="801998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0016" y="2576317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部署规模：已在5艘智能船舶上部署。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44112" y="2576317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效率提升：航行效率提升20%。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56616"/>
            <a:ext cx="8412480" cy="4407408"/>
          </a:xfrm>
          <a:prstGeom prst="roundRect">
            <a:avLst>
              <a:gd name="adj" fmla="val 26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16200000">
              <a:srgbClr val="80808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26464"/>
            <a:ext cx="74980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822960" y="2552336"/>
            <a:ext cx="7498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演讲人：xxx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0" y="4038633"/>
            <a:ext cx="9144000" cy="1355872"/>
          </a:xfrm>
          <a:prstGeom prst="rect">
            <a:avLst/>
          </a:prstGeom>
          <a:solidFill>
            <a:srgbClr val="47ACC5"/>
          </a:solidFill>
          <a:ln/>
        </p:spPr>
      </p:sp>
      <p:sp>
        <p:nvSpPr>
          <p:cNvPr id="8" name="Shape 6"/>
          <p:cNvSpPr/>
          <p:nvPr/>
        </p:nvSpPr>
        <p:spPr>
          <a:xfrm>
            <a:off x="3497472" y="2398940"/>
            <a:ext cx="2149057" cy="9144"/>
          </a:xfrm>
          <a:prstGeom prst="line">
            <a:avLst/>
          </a:prstGeom>
          <a:noFill/>
          <a:ln w="25400">
            <a:solidFill>
              <a:srgbClr val="47ACC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智能船舶技术成果汇报</dc:title>
  <dc:subject>PptxGenJS Presentation</dc:subject>
  <dc:creator>技术成果PPT生成器</dc:creator>
  <cp:lastModifiedBy>技术成果PPT生成器</cp:lastModifiedBy>
  <cp:revision>1</cp:revision>
  <dcterms:created xsi:type="dcterms:W3CDTF">2026-05-18T01:23:32Z</dcterms:created>
  <dcterms:modified xsi:type="dcterms:W3CDTF">2026-05-18T01:23:32Z</dcterms:modified>
</cp:coreProperties>
</file>