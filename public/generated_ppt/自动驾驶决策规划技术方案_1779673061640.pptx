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649" y="2325500"/>
            <a:ext cx="7901940" cy="86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面向量产与示范运营的决策规划系统构建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13385" y="1035552"/>
            <a:ext cx="8314373" cy="1083945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Text 2"/>
          <p:cNvSpPr/>
          <p:nvPr/>
        </p:nvSpPr>
        <p:spPr>
          <a:xfrm>
            <a:off x="413385" y="1035552"/>
            <a:ext cx="8314373" cy="1083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自动驾驶决策规划技术方案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6" name="Shape 4"/>
          <p:cNvSpPr/>
          <p:nvPr/>
        </p:nvSpPr>
        <p:spPr>
          <a:xfrm>
            <a:off x="1" y="4893424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510" y="249492"/>
            <a:ext cx="9144000" cy="624799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-18510" y="249492"/>
            <a:ext cx="9144000" cy="624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 报 内 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8643" y="1220629"/>
            <a:ext cx="8025289" cy="20783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443223" y="1043409"/>
            <a:ext cx="907256" cy="594066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6" name="Shape 4"/>
          <p:cNvSpPr/>
          <p:nvPr/>
        </p:nvSpPr>
        <p:spPr>
          <a:xfrm>
            <a:off x="2400639" y="1043408"/>
            <a:ext cx="6061125" cy="594066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7" name="Shape 5"/>
          <p:cNvSpPr/>
          <p:nvPr/>
        </p:nvSpPr>
        <p:spPr>
          <a:xfrm>
            <a:off x="1439651" y="1174197"/>
            <a:ext cx="907256" cy="37147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8" name="Text 6"/>
          <p:cNvSpPr/>
          <p:nvPr/>
        </p:nvSpPr>
        <p:spPr>
          <a:xfrm>
            <a:off x="1439651" y="1174197"/>
            <a:ext cx="907256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145453" y="1099418"/>
            <a:ext cx="4996049" cy="4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方法类成果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443223" y="1043409"/>
            <a:ext cx="907256" cy="594066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11" name="Shape 9"/>
          <p:cNvSpPr/>
          <p:nvPr/>
        </p:nvSpPr>
        <p:spPr>
          <a:xfrm>
            <a:off x="2400640" y="1043408"/>
            <a:ext cx="6061127" cy="594066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39651" y="1159905"/>
            <a:ext cx="907256" cy="37147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13" name="Text 11"/>
          <p:cNvSpPr/>
          <p:nvPr/>
        </p:nvSpPr>
        <p:spPr>
          <a:xfrm>
            <a:off x="1439651" y="1159905"/>
            <a:ext cx="907256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145453" y="1086638"/>
            <a:ext cx="5891483" cy="4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技术类成果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16" name="Shape 14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" y="1922"/>
            <a:ext cx="1080" cy="143"/>
          </a:xfrm>
          <a:prstGeom prst="rect">
            <a:avLst/>
          </a:prstGeom>
          <a:solidFill>
            <a:srgbClr val="969696"/>
          </a:solidFill>
          <a:ln/>
        </p:spPr>
      </p:sp>
      <p:sp>
        <p:nvSpPr>
          <p:cNvPr id="3" name="Shape 1"/>
          <p:cNvSpPr/>
          <p:nvPr/>
        </p:nvSpPr>
        <p:spPr>
          <a:xfrm>
            <a:off x="612" y="1728"/>
            <a:ext cx="1080" cy="29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4" name="Shape 2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技术背景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7" name="Shape 5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sp>
        <p:nvSpPr>
          <p:cNvPr id="5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1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技术背景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" y="1922"/>
            <a:ext cx="1080" cy="143"/>
          </a:xfrm>
          <a:prstGeom prst="rect">
            <a:avLst/>
          </a:prstGeom>
          <a:solidFill>
            <a:srgbClr val="969696"/>
          </a:solidFill>
          <a:ln/>
        </p:spPr>
      </p:sp>
      <p:sp>
        <p:nvSpPr>
          <p:cNvPr id="3" name="Shape 1"/>
          <p:cNvSpPr/>
          <p:nvPr/>
        </p:nvSpPr>
        <p:spPr>
          <a:xfrm>
            <a:off x="612" y="1728"/>
            <a:ext cx="1080" cy="29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4" name="Shape 2"/>
          <p:cNvSpPr/>
          <p:nvPr/>
        </p:nvSpPr>
        <p:spPr>
          <a:xfrm>
            <a:off x="1011830" y="1895468"/>
            <a:ext cx="7381399" cy="4838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11830" y="1895468"/>
            <a:ext cx="7381399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技术原理与特点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sp>
        <p:nvSpPr>
          <p:cNvPr id="5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1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技术原理与特点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" y="1922"/>
            <a:ext cx="1080" cy="143"/>
          </a:xfrm>
          <a:prstGeom prst="rect">
            <a:avLst/>
          </a:prstGeom>
          <a:solidFill>
            <a:srgbClr val="969696"/>
          </a:solidFill>
          <a:ln/>
        </p:spPr>
      </p:sp>
      <p:sp>
        <p:nvSpPr>
          <p:cNvPr id="3" name="Shape 1"/>
          <p:cNvSpPr/>
          <p:nvPr/>
        </p:nvSpPr>
        <p:spPr>
          <a:xfrm>
            <a:off x="612" y="1728"/>
            <a:ext cx="1080" cy="29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4" name="Shape 2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技术前期应用成果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7" name="Shape 5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sp>
        <p:nvSpPr>
          <p:cNvPr id="5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1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技术前期应用成果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sp>
        <p:nvSpPr>
          <p:cNvPr id="5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1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感谢观看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自动驾驶决策规划技术方案</dc:title>
  <dc:subject>PptxGenJS Presentation</dc:subject>
  <dc:creator>Tech Service Knowledge Graph</dc:creator>
  <cp:lastModifiedBy>Tech Service Knowledge Graph</cp:lastModifiedBy>
  <cp:revision>1</cp:revision>
  <dcterms:created xsi:type="dcterms:W3CDTF">2026-05-25T01:37:41Z</dcterms:created>
  <dcterms:modified xsi:type="dcterms:W3CDTF">2026-05-25T01:37:41Z</dcterms:modified>
</cp:coreProperties>
</file>