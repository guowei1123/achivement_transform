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65760"/>
            <a:ext cx="8412480" cy="44074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80808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749808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智能船舶技术成果汇报</a:t>
            </a:r>
            <a:endParaRPr lang="en-US" sz="100" dirty="0"/>
          </a:p>
        </p:txBody>
      </p:sp>
      <p:sp>
        <p:nvSpPr>
          <p:cNvPr id="6" name="Text 4"/>
          <p:cNvSpPr/>
          <p:nvPr/>
        </p:nvSpPr>
        <p:spPr>
          <a:xfrm>
            <a:off x="822960" y="2671208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推动航运业智能化转型，提升航行效率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612666" y="2573273"/>
            <a:ext cx="1918667" cy="9144"/>
          </a:xfrm>
          <a:prstGeom prst="line">
            <a:avLst/>
          </a:prstGeom>
          <a:noFill/>
          <a:ln w="12700">
            <a:solidFill>
              <a:srgbClr val="9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374904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演讲人：XXX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87811" y="4324278"/>
            <a:ext cx="335149" cy="335149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10" name="Shape 8"/>
          <p:cNvSpPr/>
          <p:nvPr/>
        </p:nvSpPr>
        <p:spPr>
          <a:xfrm rot="-5400000">
            <a:off x="8321040" y="4324278"/>
            <a:ext cx="335149" cy="335149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11" name="Shape 9"/>
          <p:cNvSpPr/>
          <p:nvPr/>
        </p:nvSpPr>
        <p:spPr>
          <a:xfrm rot="10800000">
            <a:off x="8321040" y="497248"/>
            <a:ext cx="335149" cy="335149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12" name="Shape 10"/>
          <p:cNvSpPr/>
          <p:nvPr/>
        </p:nvSpPr>
        <p:spPr>
          <a:xfrm rot="5400000">
            <a:off x="487811" y="497248"/>
            <a:ext cx="335149" cy="335149"/>
          </a:xfrm>
          <a:prstGeom prst="rect">
            <a:avLst/>
          </a:prstGeom>
          <a:solidFill>
            <a:srgbClr val="9B00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4747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00" dirty="0"/>
          </a:p>
        </p:txBody>
      </p:sp>
      <p:sp>
        <p:nvSpPr>
          <p:cNvPr id="3" name="Text 1"/>
          <p:cNvSpPr/>
          <p:nvPr/>
        </p:nvSpPr>
        <p:spPr>
          <a:xfrm>
            <a:off x="382398" y="994647"/>
            <a:ext cx="21965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86139" y="1464180"/>
            <a:ext cx="994516" cy="203381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86139" y="1667561"/>
            <a:ext cx="4657420" cy="9144"/>
          </a:xfrm>
          <a:prstGeom prst="line">
            <a:avLst/>
          </a:prstGeom>
          <a:noFill/>
          <a:ln w="25400">
            <a:solidFill>
              <a:srgbClr val="9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365" y="2408255"/>
            <a:ext cx="457200" cy="45720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496365" y="3155033"/>
            <a:ext cx="457200" cy="45720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496365" y="3901811"/>
            <a:ext cx="457200" cy="45720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9" name="Text 7"/>
          <p:cNvSpPr/>
          <p:nvPr/>
        </p:nvSpPr>
        <p:spPr>
          <a:xfrm>
            <a:off x="1003857" y="2380823"/>
            <a:ext cx="4362653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技术需求背景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3857" y="3127601"/>
            <a:ext cx="4362653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03857" y="3874379"/>
            <a:ext cx="4362653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技术前期应用成果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00607"/>
            <a:ext cx="182880" cy="274320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1200607"/>
            <a:ext cx="182880" cy="274320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910177"/>
            <a:ext cx="1463040" cy="146304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5" name="Text 3"/>
          <p:cNvSpPr/>
          <p:nvPr/>
        </p:nvSpPr>
        <p:spPr>
          <a:xfrm>
            <a:off x="1484002" y="2440819"/>
            <a:ext cx="617599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技术需求背景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819580" y="3322015"/>
            <a:ext cx="550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全球航运业智能化转型的挑战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 rot="5400000">
            <a:off x="4457700" y="4575242"/>
            <a:ext cx="228600" cy="228600"/>
          </a:xfrm>
          <a:prstGeom prst="rect">
            <a:avLst/>
          </a:prstGeom>
          <a:solidFill>
            <a:srgbClr val="9B00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962" y="273866"/>
            <a:ext cx="640080" cy="64008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384866" y="915314"/>
            <a:ext cx="8270819" cy="9144"/>
          </a:xfrm>
          <a:prstGeom prst="line">
            <a:avLst/>
          </a:prstGeom>
          <a:noFill/>
          <a:ln w="25400">
            <a:solidFill>
              <a:srgbClr val="9B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1490" y="386337"/>
            <a:ext cx="427025" cy="427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494251" y="1750657"/>
            <a:ext cx="548640" cy="54864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6" name="Text 4"/>
          <p:cNvSpPr/>
          <p:nvPr/>
        </p:nvSpPr>
        <p:spPr>
          <a:xfrm>
            <a:off x="1122651" y="2346926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101109" y="1750657"/>
            <a:ext cx="548640" cy="54864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8" name="Text 6"/>
          <p:cNvSpPr/>
          <p:nvPr/>
        </p:nvSpPr>
        <p:spPr>
          <a:xfrm>
            <a:off x="4729509" y="2346926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38545" y="301298"/>
            <a:ext cx="76113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技术需求背景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22651" y="2858990"/>
            <a:ext cx="329184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全球航运业智能化转型：随着全球航运业向智能化转型，传统船舶面临重大挑战。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99693"/>
            <a:ext cx="9144000" cy="274320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379976" y="1135685"/>
            <a:ext cx="38404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982212" y="1514241"/>
            <a:ext cx="1179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84002" y="2178101"/>
            <a:ext cx="617599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819580" y="2910250"/>
            <a:ext cx="550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三大核心技术支撑智能船舶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 rot="5400000">
            <a:off x="4457700" y="4575242"/>
            <a:ext cx="228600" cy="228600"/>
          </a:xfrm>
          <a:prstGeom prst="rect">
            <a:avLst/>
          </a:prstGeom>
          <a:solidFill>
            <a:srgbClr val="9B00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962" y="273866"/>
            <a:ext cx="640080" cy="64008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384866" y="915314"/>
            <a:ext cx="8270819" cy="9144"/>
          </a:xfrm>
          <a:prstGeom prst="line">
            <a:avLst/>
          </a:prstGeom>
          <a:noFill/>
          <a:ln w="25400">
            <a:solidFill>
              <a:srgbClr val="9B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1490" y="386337"/>
            <a:ext cx="427025" cy="427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486814" y="1743878"/>
            <a:ext cx="548640" cy="54864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6" name="Text 4"/>
          <p:cNvSpPr/>
          <p:nvPr/>
        </p:nvSpPr>
        <p:spPr>
          <a:xfrm>
            <a:off x="389534" y="2340147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297680" y="1743878"/>
            <a:ext cx="548640" cy="54864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2340147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108546" y="1723239"/>
            <a:ext cx="548640" cy="54864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011266" y="2319508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38545" y="301298"/>
            <a:ext cx="76113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4962" y="2824779"/>
            <a:ext cx="27432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基于深度学习的智能感知系统：利用深度学习算法，实现船舶周围环境的智能感知与识别。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00400" y="2824779"/>
            <a:ext cx="27432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多源数据融合技术：融合雷达、摄像头、AIS等多源数据，提升环境感知的准确性和鲁棒性。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06694" y="2824779"/>
            <a:ext cx="27432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自主决策与路径规划：基于感知数据，自主进行航行决策和最优路径规划。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748790"/>
            <a:ext cx="1645920" cy="164592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97525" y="1748790"/>
            <a:ext cx="617599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技术前期应用成果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97525" y="2571750"/>
            <a:ext cx="408795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实际部署验证技术有效性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384274" y="2535174"/>
            <a:ext cx="1837315" cy="9144"/>
          </a:xfrm>
          <a:prstGeom prst="line">
            <a:avLst/>
          </a:prstGeom>
          <a:noFill/>
          <a:ln w="12700">
            <a:solidFill>
              <a:srgbClr val="9B00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962" y="273866"/>
            <a:ext cx="640080" cy="64008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384866" y="915314"/>
            <a:ext cx="8270819" cy="9144"/>
          </a:xfrm>
          <a:prstGeom prst="line">
            <a:avLst/>
          </a:prstGeom>
          <a:noFill/>
          <a:ln w="25400">
            <a:solidFill>
              <a:srgbClr val="9B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1490" y="386337"/>
            <a:ext cx="427025" cy="427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777775"/>
            <a:ext cx="548640" cy="54864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237384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200400" y="1777775"/>
            <a:ext cx="548640" cy="54864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237384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94960" y="1777775"/>
            <a:ext cx="548640" cy="54864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37384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589520" y="1777775"/>
            <a:ext cx="548640" cy="54864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37384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38545" y="301298"/>
            <a:ext cx="76113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技术前期应用成果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82880" y="2831046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部署规模：已在5艘智能船舶上部署。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77440" y="2831046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效率提升：航行效率提升20%。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65760"/>
            <a:ext cx="8412480" cy="44074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80808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749808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 THANKS</a:t>
            </a:r>
            <a:endParaRPr lang="en-US" sz="100" dirty="0"/>
          </a:p>
        </p:txBody>
      </p:sp>
      <p:sp>
        <p:nvSpPr>
          <p:cNvPr id="6" name="Shape 4"/>
          <p:cNvSpPr/>
          <p:nvPr/>
        </p:nvSpPr>
        <p:spPr>
          <a:xfrm>
            <a:off x="3205905" y="2571750"/>
            <a:ext cx="2732190" cy="9144"/>
          </a:xfrm>
          <a:prstGeom prst="line">
            <a:avLst/>
          </a:prstGeom>
          <a:noFill/>
          <a:ln w="12700">
            <a:solidFill>
              <a:srgbClr val="9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282026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演讲人：XXX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87811" y="4324278"/>
            <a:ext cx="335149" cy="335149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9" name="Shape 7"/>
          <p:cNvSpPr/>
          <p:nvPr/>
        </p:nvSpPr>
        <p:spPr>
          <a:xfrm rot="-5400000">
            <a:off x="8321040" y="4324278"/>
            <a:ext cx="335149" cy="335149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10" name="Shape 8"/>
          <p:cNvSpPr/>
          <p:nvPr/>
        </p:nvSpPr>
        <p:spPr>
          <a:xfrm rot="10800000">
            <a:off x="8321040" y="497248"/>
            <a:ext cx="335149" cy="335149"/>
          </a:xfrm>
          <a:prstGeom prst="rect">
            <a:avLst/>
          </a:prstGeom>
          <a:solidFill>
            <a:srgbClr val="9B0000"/>
          </a:solidFill>
          <a:ln/>
        </p:spPr>
      </p:sp>
      <p:sp>
        <p:nvSpPr>
          <p:cNvPr id="11" name="Shape 9"/>
          <p:cNvSpPr/>
          <p:nvPr/>
        </p:nvSpPr>
        <p:spPr>
          <a:xfrm rot="5400000">
            <a:off x="487811" y="497248"/>
            <a:ext cx="335149" cy="335149"/>
          </a:xfrm>
          <a:prstGeom prst="rect">
            <a:avLst/>
          </a:prstGeom>
          <a:solidFill>
            <a:srgbClr val="9B00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智能船舶技术成果汇报</dc:title>
  <dc:subject>PptxGenJS Presentation</dc:subject>
  <dc:creator>技术成果PPT生成器</dc:creator>
  <cp:lastModifiedBy>技术成果PPT生成器</cp:lastModifiedBy>
  <cp:revision>1</cp:revision>
  <dcterms:created xsi:type="dcterms:W3CDTF">2026-05-18T01:23:45Z</dcterms:created>
  <dcterms:modified xsi:type="dcterms:W3CDTF">2026-05-18T01:23:45Z</dcterms:modified>
</cp:coreProperties>
</file>