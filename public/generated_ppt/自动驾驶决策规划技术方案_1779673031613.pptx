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8649" y="2325500"/>
            <a:ext cx="7901940" cy="8682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46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面向量产与示范运营的决策规划系统构建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13385" y="1035552"/>
            <a:ext cx="8314373" cy="1083945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4" name="Text 2"/>
          <p:cNvSpPr/>
          <p:nvPr/>
        </p:nvSpPr>
        <p:spPr>
          <a:xfrm>
            <a:off x="413385" y="1035552"/>
            <a:ext cx="8314373" cy="10839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自动驾驶决策规划技术方案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0" y="4893424"/>
            <a:ext cx="9144000" cy="250076"/>
          </a:xfrm>
          <a:prstGeom prst="rect">
            <a:avLst/>
          </a:prstGeom>
          <a:solidFill>
            <a:srgbClr val="00479A"/>
          </a:solidFill>
          <a:ln/>
        </p:spPr>
      </p:sp>
      <p:sp>
        <p:nvSpPr>
          <p:cNvPr id="6" name="Shape 4"/>
          <p:cNvSpPr/>
          <p:nvPr/>
        </p:nvSpPr>
        <p:spPr>
          <a:xfrm>
            <a:off x="1" y="4893424"/>
            <a:ext cx="1315023" cy="250076"/>
          </a:xfrm>
          <a:prstGeom prst="rect">
            <a:avLst/>
          </a:prstGeom>
          <a:solidFill>
            <a:srgbClr val="FBC540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510" y="249492"/>
            <a:ext cx="9144000" cy="624799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3" name="Text 1"/>
          <p:cNvSpPr/>
          <p:nvPr/>
        </p:nvSpPr>
        <p:spPr>
          <a:xfrm>
            <a:off x="-18510" y="249492"/>
            <a:ext cx="9144000" cy="6247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汇 报 内 容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68643" y="1220629"/>
            <a:ext cx="8025289" cy="207835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1443223" y="1043409"/>
            <a:ext cx="907256" cy="594066"/>
          </a:xfrm>
          <a:prstGeom prst="rect">
            <a:avLst/>
          </a:prstGeom>
          <a:solidFill>
            <a:srgbClr val="FFD966"/>
          </a:solidFill>
          <a:ln/>
        </p:spPr>
      </p:sp>
      <p:sp>
        <p:nvSpPr>
          <p:cNvPr id="6" name="Shape 4"/>
          <p:cNvSpPr/>
          <p:nvPr/>
        </p:nvSpPr>
        <p:spPr>
          <a:xfrm>
            <a:off x="2400639" y="1043408"/>
            <a:ext cx="6061125" cy="594066"/>
          </a:xfrm>
          <a:prstGeom prst="rect">
            <a:avLst/>
          </a:prstGeom>
          <a:solidFill>
            <a:srgbClr val="00469A"/>
          </a:solidFill>
          <a:ln/>
        </p:spPr>
      </p:sp>
      <p:sp>
        <p:nvSpPr>
          <p:cNvPr id="7" name="Shape 5"/>
          <p:cNvSpPr/>
          <p:nvPr/>
        </p:nvSpPr>
        <p:spPr>
          <a:xfrm>
            <a:off x="1439651" y="1174197"/>
            <a:ext cx="907256" cy="371475"/>
          </a:xfrm>
          <a:prstGeom prst="rect">
            <a:avLst/>
          </a:prstGeom>
          <a:solidFill>
            <a:srgbClr val="00469A"/>
          </a:solidFill>
          <a:ln/>
        </p:spPr>
      </p:sp>
      <p:sp>
        <p:nvSpPr>
          <p:cNvPr id="8" name="Text 6"/>
          <p:cNvSpPr/>
          <p:nvPr/>
        </p:nvSpPr>
        <p:spPr>
          <a:xfrm>
            <a:off x="1439651" y="1174197"/>
            <a:ext cx="907256" cy="3714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dirty="0">
                <a:solidFill>
                  <a:srgbClr val="0046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2145453" y="1099418"/>
            <a:ext cx="4996049" cy="4840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方法类成果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1443223" y="1043409"/>
            <a:ext cx="907256" cy="594066"/>
          </a:xfrm>
          <a:prstGeom prst="rect">
            <a:avLst/>
          </a:prstGeom>
          <a:solidFill>
            <a:srgbClr val="FFD966"/>
          </a:solidFill>
          <a:ln/>
        </p:spPr>
      </p:sp>
      <p:sp>
        <p:nvSpPr>
          <p:cNvPr id="11" name="Shape 9"/>
          <p:cNvSpPr/>
          <p:nvPr/>
        </p:nvSpPr>
        <p:spPr>
          <a:xfrm>
            <a:off x="2400640" y="1043408"/>
            <a:ext cx="6061127" cy="594066"/>
          </a:xfrm>
          <a:prstGeom prst="rect">
            <a:avLst/>
          </a:prstGeom>
          <a:solidFill>
            <a:srgbClr val="00469A"/>
          </a:solidFill>
          <a:ln/>
        </p:spPr>
      </p:sp>
      <p:sp>
        <p:nvSpPr>
          <p:cNvPr id="12" name="Shape 10"/>
          <p:cNvSpPr/>
          <p:nvPr/>
        </p:nvSpPr>
        <p:spPr>
          <a:xfrm>
            <a:off x="1439651" y="1159905"/>
            <a:ext cx="907256" cy="371475"/>
          </a:xfrm>
          <a:prstGeom prst="rect">
            <a:avLst/>
          </a:prstGeom>
          <a:solidFill>
            <a:srgbClr val="00469A"/>
          </a:solidFill>
          <a:ln/>
        </p:spPr>
      </p:sp>
      <p:sp>
        <p:nvSpPr>
          <p:cNvPr id="13" name="Text 11"/>
          <p:cNvSpPr/>
          <p:nvPr/>
        </p:nvSpPr>
        <p:spPr>
          <a:xfrm>
            <a:off x="1439651" y="1159905"/>
            <a:ext cx="907256" cy="3714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dirty="0">
                <a:solidFill>
                  <a:srgbClr val="0046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2145453" y="1086638"/>
            <a:ext cx="5891483" cy="4840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技术类成果</a:t>
            </a:r>
            <a:endParaRPr lang="en-US" sz="2700" dirty="0"/>
          </a:p>
        </p:txBody>
      </p:sp>
      <p:sp>
        <p:nvSpPr>
          <p:cNvPr id="15" name="Shape 13"/>
          <p:cNvSpPr/>
          <p:nvPr/>
        </p:nvSpPr>
        <p:spPr>
          <a:xfrm>
            <a:off x="0" y="4893424"/>
            <a:ext cx="9144000" cy="250076"/>
          </a:xfrm>
          <a:prstGeom prst="rect">
            <a:avLst/>
          </a:prstGeom>
          <a:solidFill>
            <a:srgbClr val="00479A"/>
          </a:solidFill>
          <a:ln/>
        </p:spPr>
      </p:sp>
      <p:sp>
        <p:nvSpPr>
          <p:cNvPr id="16" name="Shape 14"/>
          <p:cNvSpPr/>
          <p:nvPr/>
        </p:nvSpPr>
        <p:spPr>
          <a:xfrm>
            <a:off x="2" y="4899206"/>
            <a:ext cx="1315023" cy="250076"/>
          </a:xfrm>
          <a:prstGeom prst="rect">
            <a:avLst/>
          </a:prstGeom>
          <a:solidFill>
            <a:srgbClr val="FBC540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" y="1922"/>
            <a:ext cx="1080" cy="143"/>
          </a:xfrm>
          <a:prstGeom prst="rect">
            <a:avLst/>
          </a:prstGeom>
          <a:solidFill>
            <a:srgbClr val="969696"/>
          </a:solidFill>
          <a:ln/>
        </p:spPr>
      </p:sp>
      <p:sp>
        <p:nvSpPr>
          <p:cNvPr id="3" name="Shape 1"/>
          <p:cNvSpPr/>
          <p:nvPr/>
        </p:nvSpPr>
        <p:spPr>
          <a:xfrm>
            <a:off x="612" y="1728"/>
            <a:ext cx="1080" cy="295"/>
          </a:xfrm>
          <a:prstGeom prst="rect">
            <a:avLst/>
          </a:prstGeom>
          <a:solidFill>
            <a:srgbClr val="00469A"/>
          </a:solidFill>
          <a:ln/>
        </p:spPr>
      </p:sp>
      <p:sp>
        <p:nvSpPr>
          <p:cNvPr id="4" name="Shape 2"/>
          <p:cNvSpPr/>
          <p:nvPr/>
        </p:nvSpPr>
        <p:spPr>
          <a:xfrm>
            <a:off x="22616" y="1826229"/>
            <a:ext cx="9144000" cy="117538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22616" y="1826229"/>
            <a:ext cx="9144000" cy="11753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技术背景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0" y="4893424"/>
            <a:ext cx="9144000" cy="250076"/>
          </a:xfrm>
          <a:prstGeom prst="rect">
            <a:avLst/>
          </a:prstGeom>
          <a:solidFill>
            <a:srgbClr val="00479A"/>
          </a:solidFill>
          <a:ln/>
        </p:spPr>
      </p:sp>
      <p:sp>
        <p:nvSpPr>
          <p:cNvPr id="7" name="Shape 5"/>
          <p:cNvSpPr/>
          <p:nvPr/>
        </p:nvSpPr>
        <p:spPr>
          <a:xfrm>
            <a:off x="2" y="4899206"/>
            <a:ext cx="1315023" cy="250076"/>
          </a:xfrm>
          <a:prstGeom prst="rect">
            <a:avLst/>
          </a:prstGeom>
          <a:solidFill>
            <a:srgbClr val="FBC540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91" y="610438"/>
            <a:ext cx="9144900" cy="34528"/>
          </a:xfrm>
          <a:prstGeom prst="rect">
            <a:avLst/>
          </a:prstGeom>
          <a:solidFill>
            <a:srgbClr val="005EA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93424"/>
            <a:ext cx="9144000" cy="250076"/>
          </a:xfrm>
          <a:prstGeom prst="rect">
            <a:avLst/>
          </a:prstGeom>
          <a:solidFill>
            <a:srgbClr val="00479A"/>
          </a:solidFill>
          <a:ln/>
        </p:spPr>
      </p:sp>
      <p:sp>
        <p:nvSpPr>
          <p:cNvPr id="4" name="Shape 2"/>
          <p:cNvSpPr/>
          <p:nvPr/>
        </p:nvSpPr>
        <p:spPr>
          <a:xfrm>
            <a:off x="2" y="4899206"/>
            <a:ext cx="1315023" cy="250076"/>
          </a:xfrm>
          <a:prstGeom prst="rect">
            <a:avLst/>
          </a:prstGeom>
          <a:solidFill>
            <a:srgbClr val="FBC540"/>
          </a:solidFill>
          <a:ln/>
        </p:spPr>
      </p:sp>
      <p:sp>
        <p:nvSpPr>
          <p:cNvPr id="5" name="Text 3"/>
          <p:cNvSpPr/>
          <p:nvPr/>
        </p:nvSpPr>
        <p:spPr>
          <a:xfrm>
            <a:off x="549593" y="2172176"/>
            <a:ext cx="5460206" cy="2528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{technical_principle_content}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33468"/>
            <a:ext cx="9143709" cy="48387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700242"/>
            <a:ext cx="4972108" cy="405000"/>
          </a:xfrm>
          <a:prstGeom prst="rect">
            <a:avLst/>
          </a:prstGeom>
          <a:solidFill>
            <a:srgbClr val="004698"/>
          </a:solidFill>
          <a:ln/>
        </p:spPr>
      </p:sp>
      <p:sp>
        <p:nvSpPr>
          <p:cNvPr id="8" name="Text 6"/>
          <p:cNvSpPr/>
          <p:nvPr/>
        </p:nvSpPr>
        <p:spPr>
          <a:xfrm>
            <a:off x="0" y="700242"/>
            <a:ext cx="4972108" cy="405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{technical_name}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3855" y="1253976"/>
            <a:ext cx="8256289" cy="3593339"/>
          </a:xfrm>
          <a:prstGeom prst="rect">
            <a:avLst/>
          </a:prstGeom>
          <a:solidFill>
            <a:srgbClr val="004698"/>
          </a:solidFill>
          <a:ln/>
        </p:spPr>
      </p:sp>
      <p:sp>
        <p:nvSpPr>
          <p:cNvPr id="10" name="Shape 8"/>
          <p:cNvSpPr/>
          <p:nvPr/>
        </p:nvSpPr>
        <p:spPr>
          <a:xfrm>
            <a:off x="236220" y="1131570"/>
            <a:ext cx="2780348" cy="323850"/>
          </a:xfrm>
          <a:prstGeom prst="rect">
            <a:avLst/>
          </a:prstGeom>
          <a:solidFill>
            <a:srgbClr val="004698"/>
          </a:solidFill>
          <a:ln/>
        </p:spPr>
      </p:sp>
      <p:sp>
        <p:nvSpPr>
          <p:cNvPr id="11" name="Text 9"/>
          <p:cNvSpPr/>
          <p:nvPr/>
        </p:nvSpPr>
        <p:spPr>
          <a:xfrm>
            <a:off x="236220" y="1131570"/>
            <a:ext cx="2780348" cy="323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{technical_principle_title}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62025" y="33337"/>
            <a:ext cx="7130891" cy="48387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962025" y="33337"/>
            <a:ext cx="7130891" cy="4838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技术背景</a:t>
            </a:r>
            <a:endParaRPr lang="en-US" sz="2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" y="1922"/>
            <a:ext cx="1080" cy="143"/>
          </a:xfrm>
          <a:prstGeom prst="rect">
            <a:avLst/>
          </a:prstGeom>
          <a:solidFill>
            <a:srgbClr val="969696"/>
          </a:solidFill>
          <a:ln/>
        </p:spPr>
      </p:sp>
      <p:sp>
        <p:nvSpPr>
          <p:cNvPr id="3" name="Shape 1"/>
          <p:cNvSpPr/>
          <p:nvPr/>
        </p:nvSpPr>
        <p:spPr>
          <a:xfrm>
            <a:off x="612" y="1728"/>
            <a:ext cx="1080" cy="295"/>
          </a:xfrm>
          <a:prstGeom prst="rect">
            <a:avLst/>
          </a:prstGeom>
          <a:solidFill>
            <a:srgbClr val="00469A"/>
          </a:solidFill>
          <a:ln/>
        </p:spPr>
      </p:sp>
      <p:sp>
        <p:nvSpPr>
          <p:cNvPr id="4" name="Shape 2"/>
          <p:cNvSpPr/>
          <p:nvPr/>
        </p:nvSpPr>
        <p:spPr>
          <a:xfrm>
            <a:off x="1011830" y="1895468"/>
            <a:ext cx="7381399" cy="48387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011830" y="1895468"/>
            <a:ext cx="7381399" cy="4838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技术原理与特点</a:t>
            </a:r>
            <a:endParaRPr lang="en-US" sz="2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91" y="610438"/>
            <a:ext cx="9144900" cy="34528"/>
          </a:xfrm>
          <a:prstGeom prst="rect">
            <a:avLst/>
          </a:prstGeom>
          <a:solidFill>
            <a:srgbClr val="005EA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93424"/>
            <a:ext cx="9144000" cy="250076"/>
          </a:xfrm>
          <a:prstGeom prst="rect">
            <a:avLst/>
          </a:prstGeom>
          <a:solidFill>
            <a:srgbClr val="00479A"/>
          </a:solidFill>
          <a:ln/>
        </p:spPr>
      </p:sp>
      <p:sp>
        <p:nvSpPr>
          <p:cNvPr id="4" name="Shape 2"/>
          <p:cNvSpPr/>
          <p:nvPr/>
        </p:nvSpPr>
        <p:spPr>
          <a:xfrm>
            <a:off x="2" y="4899206"/>
            <a:ext cx="1315023" cy="250076"/>
          </a:xfrm>
          <a:prstGeom prst="rect">
            <a:avLst/>
          </a:prstGeom>
          <a:solidFill>
            <a:srgbClr val="FBC540"/>
          </a:solidFill>
          <a:ln/>
        </p:spPr>
      </p:sp>
      <p:sp>
        <p:nvSpPr>
          <p:cNvPr id="5" name="Text 3"/>
          <p:cNvSpPr/>
          <p:nvPr/>
        </p:nvSpPr>
        <p:spPr>
          <a:xfrm>
            <a:off x="549593" y="2172176"/>
            <a:ext cx="5460206" cy="2528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{technical_principle_content}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33468"/>
            <a:ext cx="9143709" cy="48387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700242"/>
            <a:ext cx="4972108" cy="405000"/>
          </a:xfrm>
          <a:prstGeom prst="rect">
            <a:avLst/>
          </a:prstGeom>
          <a:solidFill>
            <a:srgbClr val="004698"/>
          </a:solidFill>
          <a:ln/>
        </p:spPr>
      </p:sp>
      <p:sp>
        <p:nvSpPr>
          <p:cNvPr id="8" name="Text 6"/>
          <p:cNvSpPr/>
          <p:nvPr/>
        </p:nvSpPr>
        <p:spPr>
          <a:xfrm>
            <a:off x="0" y="700242"/>
            <a:ext cx="4972108" cy="405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{technical_name}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3855" y="1253976"/>
            <a:ext cx="8256289" cy="3593339"/>
          </a:xfrm>
          <a:prstGeom prst="rect">
            <a:avLst/>
          </a:prstGeom>
          <a:solidFill>
            <a:srgbClr val="004698"/>
          </a:solidFill>
          <a:ln/>
        </p:spPr>
      </p:sp>
      <p:sp>
        <p:nvSpPr>
          <p:cNvPr id="10" name="Shape 8"/>
          <p:cNvSpPr/>
          <p:nvPr/>
        </p:nvSpPr>
        <p:spPr>
          <a:xfrm>
            <a:off x="236220" y="1131570"/>
            <a:ext cx="2780348" cy="323850"/>
          </a:xfrm>
          <a:prstGeom prst="rect">
            <a:avLst/>
          </a:prstGeom>
          <a:solidFill>
            <a:srgbClr val="004698"/>
          </a:solidFill>
          <a:ln/>
        </p:spPr>
      </p:sp>
      <p:sp>
        <p:nvSpPr>
          <p:cNvPr id="11" name="Text 9"/>
          <p:cNvSpPr/>
          <p:nvPr/>
        </p:nvSpPr>
        <p:spPr>
          <a:xfrm>
            <a:off x="236220" y="1131570"/>
            <a:ext cx="2780348" cy="323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{technical_principle_title}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62025" y="33337"/>
            <a:ext cx="7130891" cy="48387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962025" y="33337"/>
            <a:ext cx="7130891" cy="4838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技术原理与特点</a:t>
            </a:r>
            <a:endParaRPr lang="en-US" sz="2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" y="1922"/>
            <a:ext cx="1080" cy="143"/>
          </a:xfrm>
          <a:prstGeom prst="rect">
            <a:avLst/>
          </a:prstGeom>
          <a:solidFill>
            <a:srgbClr val="969696"/>
          </a:solidFill>
          <a:ln/>
        </p:spPr>
      </p:sp>
      <p:sp>
        <p:nvSpPr>
          <p:cNvPr id="3" name="Shape 1"/>
          <p:cNvSpPr/>
          <p:nvPr/>
        </p:nvSpPr>
        <p:spPr>
          <a:xfrm>
            <a:off x="612" y="1728"/>
            <a:ext cx="1080" cy="295"/>
          </a:xfrm>
          <a:prstGeom prst="rect">
            <a:avLst/>
          </a:prstGeom>
          <a:solidFill>
            <a:srgbClr val="00469A"/>
          </a:solidFill>
          <a:ln/>
        </p:spPr>
      </p:sp>
      <p:sp>
        <p:nvSpPr>
          <p:cNvPr id="4" name="Shape 2"/>
          <p:cNvSpPr/>
          <p:nvPr/>
        </p:nvSpPr>
        <p:spPr>
          <a:xfrm>
            <a:off x="22616" y="1826229"/>
            <a:ext cx="9144000" cy="117538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22616" y="1826229"/>
            <a:ext cx="9144000" cy="11753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技术前期应用成果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0" y="4893424"/>
            <a:ext cx="9144000" cy="250076"/>
          </a:xfrm>
          <a:prstGeom prst="rect">
            <a:avLst/>
          </a:prstGeom>
          <a:solidFill>
            <a:srgbClr val="00479A"/>
          </a:solidFill>
          <a:ln/>
        </p:spPr>
      </p:sp>
      <p:sp>
        <p:nvSpPr>
          <p:cNvPr id="7" name="Shape 5"/>
          <p:cNvSpPr/>
          <p:nvPr/>
        </p:nvSpPr>
        <p:spPr>
          <a:xfrm>
            <a:off x="2" y="4899206"/>
            <a:ext cx="1315023" cy="250076"/>
          </a:xfrm>
          <a:prstGeom prst="rect">
            <a:avLst/>
          </a:prstGeom>
          <a:solidFill>
            <a:srgbClr val="FBC540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91" y="610438"/>
            <a:ext cx="9144900" cy="34528"/>
          </a:xfrm>
          <a:prstGeom prst="rect">
            <a:avLst/>
          </a:prstGeom>
          <a:solidFill>
            <a:srgbClr val="005EA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93424"/>
            <a:ext cx="9144000" cy="250076"/>
          </a:xfrm>
          <a:prstGeom prst="rect">
            <a:avLst/>
          </a:prstGeom>
          <a:solidFill>
            <a:srgbClr val="00479A"/>
          </a:solidFill>
          <a:ln/>
        </p:spPr>
      </p:sp>
      <p:sp>
        <p:nvSpPr>
          <p:cNvPr id="4" name="Shape 2"/>
          <p:cNvSpPr/>
          <p:nvPr/>
        </p:nvSpPr>
        <p:spPr>
          <a:xfrm>
            <a:off x="2" y="4899206"/>
            <a:ext cx="1315023" cy="250076"/>
          </a:xfrm>
          <a:prstGeom prst="rect">
            <a:avLst/>
          </a:prstGeom>
          <a:solidFill>
            <a:srgbClr val="FBC540"/>
          </a:solidFill>
          <a:ln/>
        </p:spPr>
      </p:sp>
      <p:sp>
        <p:nvSpPr>
          <p:cNvPr id="5" name="Text 3"/>
          <p:cNvSpPr/>
          <p:nvPr/>
        </p:nvSpPr>
        <p:spPr>
          <a:xfrm>
            <a:off x="549593" y="2172176"/>
            <a:ext cx="5460206" cy="2528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{technical_principle_content}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33468"/>
            <a:ext cx="9143709" cy="48387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700242"/>
            <a:ext cx="4972108" cy="405000"/>
          </a:xfrm>
          <a:prstGeom prst="rect">
            <a:avLst/>
          </a:prstGeom>
          <a:solidFill>
            <a:srgbClr val="004698"/>
          </a:solidFill>
          <a:ln/>
        </p:spPr>
      </p:sp>
      <p:sp>
        <p:nvSpPr>
          <p:cNvPr id="8" name="Text 6"/>
          <p:cNvSpPr/>
          <p:nvPr/>
        </p:nvSpPr>
        <p:spPr>
          <a:xfrm>
            <a:off x="0" y="700242"/>
            <a:ext cx="4972108" cy="405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{technical_name}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3855" y="1253976"/>
            <a:ext cx="8256289" cy="3593339"/>
          </a:xfrm>
          <a:prstGeom prst="rect">
            <a:avLst/>
          </a:prstGeom>
          <a:solidFill>
            <a:srgbClr val="004698"/>
          </a:solidFill>
          <a:ln/>
        </p:spPr>
      </p:sp>
      <p:sp>
        <p:nvSpPr>
          <p:cNvPr id="10" name="Shape 8"/>
          <p:cNvSpPr/>
          <p:nvPr/>
        </p:nvSpPr>
        <p:spPr>
          <a:xfrm>
            <a:off x="236220" y="1131570"/>
            <a:ext cx="2780348" cy="323850"/>
          </a:xfrm>
          <a:prstGeom prst="rect">
            <a:avLst/>
          </a:prstGeom>
          <a:solidFill>
            <a:srgbClr val="004698"/>
          </a:solidFill>
          <a:ln/>
        </p:spPr>
      </p:sp>
      <p:sp>
        <p:nvSpPr>
          <p:cNvPr id="11" name="Text 9"/>
          <p:cNvSpPr/>
          <p:nvPr/>
        </p:nvSpPr>
        <p:spPr>
          <a:xfrm>
            <a:off x="236220" y="1131570"/>
            <a:ext cx="2780348" cy="323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{technical_principle_title}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62025" y="33337"/>
            <a:ext cx="7130891" cy="48387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962025" y="33337"/>
            <a:ext cx="7130891" cy="4838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技术前期应用成果</a:t>
            </a:r>
            <a:endParaRPr lang="en-US" sz="2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91" y="610438"/>
            <a:ext cx="9144900" cy="34528"/>
          </a:xfrm>
          <a:prstGeom prst="rect">
            <a:avLst/>
          </a:prstGeom>
          <a:solidFill>
            <a:srgbClr val="005EA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93424"/>
            <a:ext cx="9144000" cy="250076"/>
          </a:xfrm>
          <a:prstGeom prst="rect">
            <a:avLst/>
          </a:prstGeom>
          <a:solidFill>
            <a:srgbClr val="00479A"/>
          </a:solidFill>
          <a:ln/>
        </p:spPr>
      </p:sp>
      <p:sp>
        <p:nvSpPr>
          <p:cNvPr id="4" name="Shape 2"/>
          <p:cNvSpPr/>
          <p:nvPr/>
        </p:nvSpPr>
        <p:spPr>
          <a:xfrm>
            <a:off x="2" y="4899206"/>
            <a:ext cx="1315023" cy="250076"/>
          </a:xfrm>
          <a:prstGeom prst="rect">
            <a:avLst/>
          </a:prstGeom>
          <a:solidFill>
            <a:srgbClr val="FBC540"/>
          </a:solidFill>
          <a:ln/>
        </p:spPr>
      </p:sp>
      <p:sp>
        <p:nvSpPr>
          <p:cNvPr id="5" name="Text 3"/>
          <p:cNvSpPr/>
          <p:nvPr/>
        </p:nvSpPr>
        <p:spPr>
          <a:xfrm>
            <a:off x="549593" y="2172176"/>
            <a:ext cx="5460206" cy="2528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{technical_principle_content}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33468"/>
            <a:ext cx="9143709" cy="48387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700242"/>
            <a:ext cx="4972108" cy="405000"/>
          </a:xfrm>
          <a:prstGeom prst="rect">
            <a:avLst/>
          </a:prstGeom>
          <a:solidFill>
            <a:srgbClr val="004698"/>
          </a:solidFill>
          <a:ln/>
        </p:spPr>
      </p:sp>
      <p:sp>
        <p:nvSpPr>
          <p:cNvPr id="8" name="Text 6"/>
          <p:cNvSpPr/>
          <p:nvPr/>
        </p:nvSpPr>
        <p:spPr>
          <a:xfrm>
            <a:off x="0" y="700242"/>
            <a:ext cx="4972108" cy="405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{technical_name}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3855" y="1253976"/>
            <a:ext cx="8256289" cy="3593339"/>
          </a:xfrm>
          <a:prstGeom prst="rect">
            <a:avLst/>
          </a:prstGeom>
          <a:solidFill>
            <a:srgbClr val="004698"/>
          </a:solidFill>
          <a:ln/>
        </p:spPr>
      </p:sp>
      <p:sp>
        <p:nvSpPr>
          <p:cNvPr id="10" name="Shape 8"/>
          <p:cNvSpPr/>
          <p:nvPr/>
        </p:nvSpPr>
        <p:spPr>
          <a:xfrm>
            <a:off x="236220" y="1131570"/>
            <a:ext cx="2780348" cy="323850"/>
          </a:xfrm>
          <a:prstGeom prst="rect">
            <a:avLst/>
          </a:prstGeom>
          <a:solidFill>
            <a:srgbClr val="004698"/>
          </a:solidFill>
          <a:ln/>
        </p:spPr>
      </p:sp>
      <p:sp>
        <p:nvSpPr>
          <p:cNvPr id="11" name="Text 9"/>
          <p:cNvSpPr/>
          <p:nvPr/>
        </p:nvSpPr>
        <p:spPr>
          <a:xfrm>
            <a:off x="236220" y="1131570"/>
            <a:ext cx="2780348" cy="323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{technical_principle_title}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62025" y="33337"/>
            <a:ext cx="7130891" cy="48387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962025" y="33337"/>
            <a:ext cx="7130891" cy="4838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感谢观看</a:t>
            </a:r>
            <a:endParaRPr lang="en-US" sz="2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自动驾驶决策规划技术方案</dc:title>
  <dc:subject>PptxGenJS Presentation</dc:subject>
  <dc:creator>Tech Service Knowledge Graph</dc:creator>
  <cp:lastModifiedBy>Tech Service Knowledge Graph</cp:lastModifiedBy>
  <cp:revision>1</cp:revision>
  <dcterms:created xsi:type="dcterms:W3CDTF">2026-05-25T01:37:11Z</dcterms:created>
  <dcterms:modified xsi:type="dcterms:W3CDTF">2026-05-25T01:37:11Z</dcterms:modified>
</cp:coreProperties>
</file>