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73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学习相关文档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技术工具链部署与使用指南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2026年5月17日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45920" y="19202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2057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技术特点与创新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45920" y="26060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645920" y="32918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45920" y="3429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从痛点出发，构建统一解决方案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核心痛点：容器化环境网络隔离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Docker容器中localhost指向自身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无法访问宿主机服务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Dify无法直接连接宿主机Neo4j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数据库访问受限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需借助host.docker.internal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实现网络桥接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关键需求：工具链标准化与集成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Scrapy爬虫流程统一指导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创建、运行、部署标准化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MCP协议市场与应用指南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大模型上下文协议集成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远程服务器访问稳定方案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SSH隧道、端口转发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行业现状与解决方案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大模型与知识图谱普及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工具链分散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缺乏端到端指引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从数据采集到智能应用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本方案提供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Scrapy → Neo4j → Graph RAG → Dify集成MCP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技术特点与创新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六大核心能力，降低开发复杂度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Scrapy爬虫标准化流程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快速创建项目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scrapy startproject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生成爬虫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scrapy genspider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运行爬虫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scrapy crawl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支持结构化数据抓取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高效数据采集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Neo4j图数据库本地部署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启动命令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neo4j.bat console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Web界面访问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http://localhost:7474/browser/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支持图数据可视化与查询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知识图谱管理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Docker网络桥接方案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使用host.docker.internal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访问宿主机服务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解决容器与宿主机网络隔离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兼容性问题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已验证多个开发环境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稳定可靠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MCP协议集成应用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Dify通过外部MCP市场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调用大模型服务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MCP市场地址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https://www.modelscope.cn/mcp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实现上下文感知的智能交互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提升响应质量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Graph RAG技术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结合知识图谱与大模型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提升检索增强生成效果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参考CSDN博客案例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实践验证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飞书开发者工具集成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提供API ID和Secret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用于自动化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支持消息推送与机器人集成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提升办公效率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多场景验证，数据驱动成效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Scrapy爬虫成功案例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针对4399.com域名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抓取结构化数据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命令行快速创建与运行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成功日志已验证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Neo4j图数据库应用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本地部署后浏览器管理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图数据可视化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支持知识图谱构建与查询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查询结果展示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Dify集成MCP协议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通过外部MCP市场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调用大模型服务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应用于智能问答、内容生成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响应时间优化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上下文理解提升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智能交互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Graph RAG技术验证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结合知识图谱提升检索效果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信息检索与问答系统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CSDN博客案例支撑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实践验证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Docker网络桥接验证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通过host.docker.internal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访问宿主机Neo4j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多个开发环境验证成功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解决兼容性问题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飞书工具与SSH隧道应用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飞书API 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cli_a91d131a1a78dbc0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自动化消息推送与机器人集成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提升办公效率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SSH隧道连接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81.70.46.159:22，端口转发18789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5B9B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645920"/>
            <a:ext cx="45720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286000" y="2011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感谢聆听！欢迎交流与提问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学习相关文档</dc:title>
  <dc:subject>PptxGenJS Presentation</dc:subject>
  <dc:creator>技术成果PPT生成器</dc:creator>
  <cp:lastModifiedBy>技术成果PPT生成器</cp:lastModifiedBy>
  <cp:revision>1</cp:revision>
  <dcterms:created xsi:type="dcterms:W3CDTF">2026-05-17T15:51:17Z</dcterms:created>
  <dcterms:modified xsi:type="dcterms:W3CDTF">2026-05-17T15:51:17Z</dcterms:modified>
</cp:coreProperties>
</file>