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3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PPT标题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副标题或描述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2026年5月17日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目录项1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目录项2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目录项3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章节描述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页面标题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要点标题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要点详细描述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要点标题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要点详细描述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0"/>
            <a:ext cx="4572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??????????</dc:title>
  <dc:subject>PptxGenJS Presentation</dc:subject>
  <dc:creator>技术成果PPT生成器</dc:creator>
  <cp:lastModifiedBy>技术成果PPT生成器</cp:lastModifiedBy>
  <cp:revision>1</cp:revision>
  <dcterms:created xsi:type="dcterms:W3CDTF">2026-05-17T15:51:13Z</dcterms:created>
  <dcterms:modified xsi:type="dcterms:W3CDTF">2026-05-17T15:51:13Z</dcterms:modified>
</cp:coreProperties>
</file>