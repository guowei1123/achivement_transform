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3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系统功能说明书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智能科技服务系统——知识图谱+AI大模型驱动的供需对接平台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2026年5月18日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6060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45920" y="32918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3429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核心挑战与行业痛点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行业痛点与需求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供需对接效率低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传统科技服务缺乏高效数据整合手段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成果管理分散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技术成果与产业需求难以快速精准对接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信息关联不足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产学研协同创新缺乏智能匹配工具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解决方案目标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构建一体化智能科技服务系统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知识图谱为数据底座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AI大模型为智能中枢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智能匹配为核心引擎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提升对接效率与成果转化率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三大核心创新与关键技术特征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基于知识图谱的可视化数据库管理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支持节点、连边及关系的动态编辑，覆盖“技术—产业—主体—场景”四类知识要素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AI智能体交互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基于DeepSeek大模型与TechAgent框架，实现自然语言需求解析、科研成果智能匹配、企业服务PPT自动生成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关键技术特征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B/S架构，基于Next.js和JavaScript开发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支持本地化、云计算及跨平台部署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支持Excel/JSON批量导入和手动编辑，具备历史版本回溯功能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智能体能力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自动拆解需求为标准化任务流程，支持多轮优化反馈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全流程自动化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从需求解析到成果输出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匹配精准度提升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智能算法优化匹配结果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操作便捷性增强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用户友好界面与动态编辑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实际场景验证与效果展示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知识图谱管理模块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支持节点筛选、搜索及增删改操作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多源数据动态维护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应用效果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产业链图谱可视化与高效管理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技术PPT文件管理模块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按技术背景、特点、应用三部分自动拆分文档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标准化PPT，支撑成果汇报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应用效果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简化文档处理流程，提升汇报效率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科技服务智能体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自动抽取要素并生成匹配结果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多轮迭代提升精准度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最终输出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生成完整企业服务PPT（支持在线预览和PPTX下载）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应用效果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提升供需对接效率，确保匹配准确性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9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645920"/>
            <a:ext cx="4572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感谢您的关注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系统功能说明书</dc:title>
  <dc:subject>PptxGenJS Presentation</dc:subject>
  <dc:creator>技术成果PPT生成器</dc:creator>
  <cp:lastModifiedBy>技术成果PPT生成器</cp:lastModifiedBy>
  <cp:revision>1</cp:revision>
  <dcterms:created xsi:type="dcterms:W3CDTF">2026-05-18T00:31:46Z</dcterms:created>
  <dcterms:modified xsi:type="dcterms:W3CDTF">2026-05-18T00:31:46Z</dcterms:modified>
</cp:coreProperties>
</file>