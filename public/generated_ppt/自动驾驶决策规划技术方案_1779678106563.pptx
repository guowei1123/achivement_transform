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2085023"/>
            <a:ext cx="9144000" cy="280900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514" y="141480"/>
            <a:ext cx="2103071" cy="442433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18649" y="2325500"/>
            <a:ext cx="7901940" cy="8682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面向量产与示范运营的决策规划系统构建</a:t>
            </a:r>
            <a:endParaRPr lang="en-US" sz="1800" dirty="0"/>
          </a:p>
        </p:txBody>
      </p:sp>
      <p:sp>
        <p:nvSpPr>
          <p:cNvPr id="5" name="Text 1"/>
          <p:cNvSpPr/>
          <p:nvPr/>
        </p:nvSpPr>
        <p:spPr>
          <a:xfrm>
            <a:off x="413385" y="1035552"/>
            <a:ext cx="8314373" cy="10839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自动驾驶决策规划技术方案</a:t>
            </a:r>
            <a:endParaRPr lang="en-US" sz="30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35" y="4925004"/>
            <a:ext cx="1093555" cy="186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510" y="249492"/>
            <a:ext cx="9144000" cy="6247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 报 内 容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1439651" y="1174197"/>
            <a:ext cx="907256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2145453" y="1099418"/>
            <a:ext cx="4996049" cy="4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方法类成果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1439651" y="1159905"/>
            <a:ext cx="907256" cy="37147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00469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2145453" y="1086638"/>
            <a:ext cx="5891483" cy="48401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技术类成果</a:t>
            </a:r>
            <a:endParaRPr lang="en-US" sz="2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38912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87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10" name="Text 6"/>
          <p:cNvSpPr/>
          <p:nvPr/>
        </p:nvSpPr>
        <p:spPr>
          <a:xfrm>
            <a:off x="1005840" y="1298448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A0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691640" y="128016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技术背景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005840" y="1801368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A0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691640" y="178308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技术原理与特点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005840" y="2304288"/>
            <a:ext cx="594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BA0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1691640" y="2286000"/>
            <a:ext cx="6217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技术背景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技术背景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87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技术背景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68680" y="114300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概述：决策规划模块是自动驾驶系统连接环境理解与车辆控制的核心中枢，负责生成安全、合法、舒适、可执行的行驶轨迹。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" y="164592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决策规划模块是连接环境理解与车辆控制的核心中枢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68680" y="214884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负责根据地图、定位、感知目标、交通规则和车辆状态生成行驶轨迹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68680" y="265176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主流架构如Apollo和Autoware均强调预测、行为决策和运动规划逻辑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11830" y="1895468"/>
            <a:ext cx="7381399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技术原理与特点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技术原理与特点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87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技术原理与特点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68680" y="114300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概述：采用分层决策规划架构，包括全局路径规划、行为决策、局部路径规划、速度规划和轨迹优化，融合规则决策与优化方法，并设置独立安全监控器。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" y="164592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分层架构：全局路径规划、行为决策、局部路径规划、速度规划、轨迹优化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68680" y="214884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混合决策：规则引擎、有限状态机、行为树与代价函数评估结合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68680" y="265176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轨迹优化：融合安全性、平滑性、效率、舒适性和规则代价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868680" y="315468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独立安全监控器：对轨迹进行碰撞、边界、规则、动力学等二次校验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2616" y="1826229"/>
            <a:ext cx="9144000" cy="117538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技术前期应用成果</a:t>
            </a:r>
            <a:endParaRPr lang="en-US" sz="36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技术前期应用成果</a:t>
            </a:r>
            <a:endParaRPr lang="en-US" sz="2700" dirty="0"/>
          </a:p>
        </p:txBody>
      </p:sp>
      <p:sp>
        <p:nvSpPr>
          <p:cNvPr id="8" name="Text 4"/>
          <p:cNvSpPr/>
          <p:nvPr/>
        </p:nvSpPr>
        <p:spPr>
          <a:xfrm>
            <a:off x="640080" y="384048"/>
            <a:ext cx="7863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874C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技术前期应用成果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868680" y="114300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概述：方案已规划实施路线，分三阶段推进：基础能力建设、复杂场景增强、实车测试优化，并构建仿真-回放-实车闭环验证体系。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68680" y="164592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阶段一：完成规划模块软件框架，支持车道保持、跟车、停车、避障</a:t>
            </a:r>
            <a:endParaRPr lang="en-US" sz="1400" dirty="0"/>
          </a:p>
        </p:txBody>
      </p:sp>
      <p:sp>
        <p:nvSpPr>
          <p:cNvPr id="11" name="Text 7"/>
          <p:cNvSpPr/>
          <p:nvPr/>
        </p:nvSpPr>
        <p:spPr>
          <a:xfrm>
            <a:off x="868680" y="214884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阶段二：支持变道、超车、路口通行，加入ST图速度规划和安全监控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868680" y="2651760"/>
            <a:ext cx="745236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阶段三：完成封闭场地和公开道路测试，建立数据闭环和持续迭代机制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815" y="4914515"/>
            <a:ext cx="1029397" cy="219456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233" y="4900956"/>
            <a:ext cx="990557" cy="250076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49593" y="2172176"/>
            <a:ext cx="5460206" cy="2528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{technical_principle_content}</a:t>
            </a:r>
            <a:endParaRPr lang="en-US" sz="1200" dirty="0"/>
          </a:p>
        </p:txBody>
      </p:sp>
      <p:sp>
        <p:nvSpPr>
          <p:cNvPr id="5" name="Text 1"/>
          <p:cNvSpPr/>
          <p:nvPr/>
        </p:nvSpPr>
        <p:spPr>
          <a:xfrm>
            <a:off x="0" y="700242"/>
            <a:ext cx="4972108" cy="405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{technical_name}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236220" y="1131570"/>
            <a:ext cx="2780348" cy="323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{technical_principle_title}</a:t>
            </a:r>
            <a:endParaRPr lang="en-US" sz="1500" dirty="0"/>
          </a:p>
        </p:txBody>
      </p:sp>
      <p:sp>
        <p:nvSpPr>
          <p:cNvPr id="7" name="Text 3"/>
          <p:cNvSpPr/>
          <p:nvPr/>
        </p:nvSpPr>
        <p:spPr>
          <a:xfrm>
            <a:off x="962025" y="33337"/>
            <a:ext cx="7130891" cy="4838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00000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感谢观看</a:t>
            </a:r>
            <a:endParaRPr lang="en-US" sz="2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自动驾驶决策规划技术方案</dc:title>
  <dc:subject>PptxGenJS Presentation</dc:subject>
  <dc:creator>Tech Service Knowledge Graph</dc:creator>
  <cp:lastModifiedBy>Tech Service Knowledge Graph</cp:lastModifiedBy>
  <cp:revision>1</cp:revision>
  <dcterms:created xsi:type="dcterms:W3CDTF">2026-05-25T03:01:46Z</dcterms:created>
  <dcterms:modified xsi:type="dcterms:W3CDTF">2026-05-25T03:01:46Z</dcterms:modified>
</cp:coreProperties>
</file>