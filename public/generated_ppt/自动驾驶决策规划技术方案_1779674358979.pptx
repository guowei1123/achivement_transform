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85023"/>
            <a:ext cx="9144000" cy="28090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4" y="141480"/>
            <a:ext cx="2103071" cy="4424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8649" y="2325500"/>
            <a:ext cx="7901940" cy="86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面向量产与示范运营的决策规划系统构建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2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自动驾驶决策规划技术方案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8" name="Shape 4"/>
          <p:cNvSpPr/>
          <p:nvPr/>
        </p:nvSpPr>
        <p:spPr>
          <a:xfrm>
            <a:off x="1" y="4893424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35" y="4925004"/>
            <a:ext cx="1093555" cy="186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 报 内 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8643" y="1220629"/>
            <a:ext cx="8025289" cy="20783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443223" y="1043409"/>
            <a:ext cx="907256" cy="594066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6" name="Shape 4"/>
          <p:cNvSpPr/>
          <p:nvPr/>
        </p:nvSpPr>
        <p:spPr>
          <a:xfrm>
            <a:off x="2400639" y="1043408"/>
            <a:ext cx="6061125" cy="594066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7" name="Shape 5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8" name="Text 6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145453" y="1099418"/>
            <a:ext cx="4996049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方法类成果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43223" y="1043409"/>
            <a:ext cx="907256" cy="594066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11" name="Shape 9"/>
          <p:cNvSpPr/>
          <p:nvPr/>
        </p:nvSpPr>
        <p:spPr>
          <a:xfrm>
            <a:off x="2400640" y="1043408"/>
            <a:ext cx="6061127" cy="594066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13" name="Text 11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145453" y="1086638"/>
            <a:ext cx="5891483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技术类成果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16" name="Shape 14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7" name="Shape 5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2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3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2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3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7" name="Shape 5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2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3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2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3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自动驾驶决策规划技术方案</dc:title>
  <dc:subject>PptxGenJS Presentation</dc:subject>
  <dc:creator>Tech Service Knowledge Graph</dc:creator>
  <cp:lastModifiedBy>Tech Service Knowledge Graph</cp:lastModifiedBy>
  <cp:revision>1</cp:revision>
  <dcterms:created xsi:type="dcterms:W3CDTF">2026-05-25T01:59:18Z</dcterms:created>
  <dcterms:modified xsi:type="dcterms:W3CDTF">2026-05-25T01:59:18Z</dcterms:modified>
</cp:coreProperties>
</file>