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概述：自动驾驶决策规划模块是连接环境理解与车辆控制的核心中枢，负责根据地图、定位、感知目标、交通规则和车辆状态，生成安全、合法、舒适、可执行的行驶轨迹。
• 决策规划模块是连接环境理解与车辆控制的核心中枢
• 负责根据地图、定位、感知目标、交通规则和车辆状态生成行驶轨迹
• 主流架构如Apollo和Autoware均强调预测、行为决策和运动规划逻辑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自动驾驶决策规划技术方案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概述：本方案采用分层决策规划架构，包括全局路径规划、行为决策、局部路径规划、速度规划和轨迹优化，融合规则决策与优化方法，并设置独立安全监控器。
• 分层架构：全局路径规划、行为决策、局部路径规划、速度规划、轨迹优化
• 混合决策：规则引擎、有限状态机、行为树与代价函数评估结合
• 轨迹优化：融合路径与速度，生成满足安全、舒适、效率的轨迹
• 独立安全监控：在主规划器外设置二次校验，提升容错能力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自动驾驶决策规划技术方案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概述：方案已规划实施路线，包括基础能力建设、复杂场景增强和实车测试优化三个阶段，并构建了仿真验证平台和测试场景库。
• 阶段一：完成规划模块软件框架，支持车道保持、跟车、停车、避障
• 阶段二：支持变道、超车、路口通行，加入安全监控与降级策略
• 阶段三：完成封闭场地和公开道路测试，建立数据闭环和持续迭代机制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自动驾驶决策规划技术方案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