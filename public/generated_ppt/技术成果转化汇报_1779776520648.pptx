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9"/>
    <p:sldId id="257" r:id="rId10"/>
    <p:sldId id="258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Relationship Id="rId4" Type="http://schemas.openxmlformats.org/officeDocument/2006/relationships/image" Target="../media/uploaded-1-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概述：文档涉及Scrapy爬虫框架、Neo4j图数据库、Dify平台及MCP协议等技术，旨在实现数据采集、存储与智能应用。
• Scrapy用于创建和运行爬虫项目，采集网页数据
• Neo4j作为图数据库，存储和管理关联数据
• Dify平台集成外部MCP服务，实现大模型上下文协议应用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技术</a:t>
            </a:r>
            <a:r>
              <a:rPr lang="zh-CN" altLang="en-US" dirty="0"/>
              <a:t>背景</a:t>
            </a:r>
            <a:endParaRPr lang="zh-CN" alt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技术成果转化汇报</a:t>
            </a: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/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9001" name="image1.png"/>
          <p:cNvPicPr/>
          <p:nvPr/>
        </p:nvPicPr>
        <p:blipFill>
          <a:blip r:embed="rId4"/>
          <a:stretch>
            <a:fillRect/>
          </a:stretch>
        </p:blipFill>
        <p:spPr>
          <a:xfrm>
            <a:off x="7559040" y="1554480"/>
            <a:ext cx="2743200" cy="2057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概述：Scrapy通过命令行创建项目、生成spider文件并运行爬虫；Neo4j通过控制台启动并提供浏览器访问；Dify通过HTTP请求访问宿主机Neo4j时需使用host.docker.internal。
• Scrapy项目创建：scrapy startproject 项目名
• Scrapy spider生成：scrapy genspider 文件名 域名范围
• Neo4j启动：进入bin目录执行neo4j.bat console，浏览器访问http://localhost:7474
• Docker容器内访问宿主机Neo4j需使用host.docker.internal代替localhost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技术</a:t>
            </a:r>
            <a:r>
              <a:rPr lang="zh-CN" altLang="en-US" dirty="0"/>
              <a:t>原理</a:t>
            </a:r>
            <a:endParaRPr lang="zh-CN" alt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技术成果转化汇报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概述：文档提供了Scrapy、Neo4j、Dify及MCP的安装与配置方法，并展示了Dify中通过HTTP请求访问Neo4j的实践案例。
• Scrapy相关文档链接提供详细参考
• Dify安装及使用外部MCP的教程可用
• Dify中通过host.docker.internal成功访问宿主机Neo4j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前期应用</a:t>
            </a:r>
            <a:r>
              <a:rPr lang="zh-CN" altLang="en-US" dirty="0"/>
              <a:t>成果</a:t>
            </a:r>
            <a:endParaRPr lang="zh-CN" alt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技术成果转化汇报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149</Words>
  <Application>WPS 演示</Application>
  <PresentationFormat>宽屏</PresentationFormat>
  <Paragraphs>18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郭伟</cp:lastModifiedBy>
  <cp:revision>13</cp:revision>
  <dcterms:created xsi:type="dcterms:W3CDTF">2023-08-09T12:44:00Z</dcterms:created>
  <dcterms:modified xsi:type="dcterms:W3CDTF">2026-05-25T03:18:48Z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1E3A4F3B5DB248D8B25F2F7F07DAE0DA_12</vt:lpwstr>
  </property>
</Properties>
</file>