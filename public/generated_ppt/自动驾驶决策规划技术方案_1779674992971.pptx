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85023"/>
            <a:ext cx="9144000" cy="280900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4" y="141480"/>
            <a:ext cx="2103071" cy="44243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8649" y="2325500"/>
            <a:ext cx="7901940" cy="868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46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面向量产与示范运营的决策规划系统构建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413385" y="1035552"/>
            <a:ext cx="8314373" cy="10839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自动驾驶决策规划技术方案</a:t>
            </a:r>
            <a:endParaRPr lang="en-US" sz="30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35" y="4925004"/>
            <a:ext cx="1093555" cy="186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510" y="249492"/>
            <a:ext cx="9144000" cy="624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 报 内 容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39651" y="1174197"/>
            <a:ext cx="907256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46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145453" y="1099418"/>
            <a:ext cx="4996049" cy="484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方法类成果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39651" y="1159905"/>
            <a:ext cx="907256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46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145453" y="1086638"/>
            <a:ext cx="5891483" cy="484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技术类成果</a:t>
            </a:r>
            <a:endParaRPr lang="en-US" sz="2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616" y="1826229"/>
            <a:ext cx="9144000" cy="1175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技术背景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9593" y="2172176"/>
            <a:ext cx="5460206" cy="252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{technical_principle_content}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{technical_name}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{technical_principle_title}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技术背景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1830" y="1895468"/>
            <a:ext cx="7381399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技术原理与特点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9593" y="2172176"/>
            <a:ext cx="5460206" cy="252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{technical_principle_content}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{technical_name}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{technical_principle_title}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技术原理与特点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616" y="1826229"/>
            <a:ext cx="9144000" cy="1175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技术前期应用成果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9593" y="2172176"/>
            <a:ext cx="5460206" cy="252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{technical_principle_content}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{technical_name}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{technical_principle_title}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技术前期应用成果</a:t>
            </a:r>
            <a:endParaRPr lang="en-US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9593" y="2172176"/>
            <a:ext cx="5460206" cy="252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{technical_principle_content}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{technical_name}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{technical_principle_title}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感谢观看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自动驾驶决策规划技术方案</dc:title>
  <dc:subject>PptxGenJS Presentation</dc:subject>
  <dc:creator>Tech Service Knowledge Graph</dc:creator>
  <cp:lastModifiedBy>Tech Service Knowledge Graph</cp:lastModifiedBy>
  <cp:revision>1</cp:revision>
  <dcterms:created xsi:type="dcterms:W3CDTF">2026-05-25T02:09:52Z</dcterms:created>
  <dcterms:modified xsi:type="dcterms:W3CDTF">2026-05-25T02:09:52Z</dcterms:modified>
</cp:coreProperties>
</file>