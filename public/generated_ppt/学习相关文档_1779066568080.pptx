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73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学习相关文档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技术工具部署与使用指南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2026年5月18日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45920" y="19202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057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技术特点与创新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5920" y="26060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45920" y="3291840"/>
            <a:ext cx="640080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45920" y="3429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解决数据采集、存储与AI集成的核心挑战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行业现状与问题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大模型与AI应用快速发展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需高效数据爬取与存储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Docker容器内访问宿主机服务（如Neo4j）的网络连接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爬虫框架的创建与运行效率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图数据库Neo4j的启动与访问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54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大模型上下文协议（MCP）的集成与应用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技术解决方案概览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技术工具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cursor部署playwright mcp、Neo4j、Scrapy、Graph RAG、Docker、Dify、飞书开发者工具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从数据采集、存储到AI集成的完整工作流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实现更智能的自动化工作流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技术特点与创新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标准化、简化与精准化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大模型与外部工具（Neo4j、飞书）的标准化集成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host.docker.internal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解决Docker容器内访问宿主机服务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Scrapy框架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高效爬虫创建与运行流程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RAG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结合图数据库提升检索增强生成精度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关键技术特征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支持外部MCP集成，连接多种数据源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图数据库，支持复杂关系查询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飞书开发者工具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提供API接口，便于自动化操作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与现有技术对比优势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降低大模型与外部工具集成复杂度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Docker化部署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简化环境配置，提升可移植性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RAG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知识检索准确性显著提升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实际案例与数据支撑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爬虫数据采集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Scrapy项目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通过Scrapy创建项目并运行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数据抓取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成功从指定域名（如4399.com）抓取数据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开发流程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提供完整爬虫开发流程示例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图数据库管理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Neo4j访问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Neo4j启动后可在http://localhost:7474/browser/查看数据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关系存储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支持复杂关系存储与查询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容器访问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解决Docker容器内访问宿主机Neo4j问题（host.docker.internal）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Dify与MCP集成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MCP市场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通过MCP市场（https://www.modelscope.cn/mcp）连接外部工具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大模型交互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实现大模型与Neo4j的交互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Dify中http请求Neo4j时需将localhost改为host.docker.internal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ABE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飞书开发者工具应用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自动化操作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使用api_id和api_secret进行自动化操作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API凭证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提供API凭证示例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09728" cy="640080"/>
          </a:xfrm>
          <a:prstGeom prst="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MCP价值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展示MCP协议在AI应用中的实际价值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B9B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645920"/>
            <a:ext cx="45720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20116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学习相关文档</dc:title>
  <dc:subject>PptxGenJS Presentation</dc:subject>
  <dc:creator>技术成果PPT生成器</dc:creator>
  <cp:lastModifiedBy>技术成果PPT生成器</cp:lastModifiedBy>
  <cp:revision>1</cp:revision>
  <dcterms:created xsi:type="dcterms:W3CDTF">2026-05-18T01:09:28Z</dcterms:created>
  <dcterms:modified xsi:type="dcterms:W3CDTF">2026-05-18T01:09:28Z</dcterms:modified>
</cp:coreProperties>
</file>