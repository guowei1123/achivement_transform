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模板测试标题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模板测试副标题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内容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这是基于模板生成的测试内容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信息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作者: 模板测试作者\n日期: 2026-03-25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2026-03-25T11:36:12Z</dcterms:created>
  <dcterms:modified xsi:type="dcterms:W3CDTF">2026-03-25T11:36:12Z</dcterms:modified>
</cp:coreProperties>
</file>