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89598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使用模板.pptx生成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这是基于模板.pptx文件生成的测试内容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WPS 演示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6</cp:revision>
  <dcterms:created xsi:type="dcterms:W3CDTF">2023-08-09T12:44:00Z</dcterms:created>
  <dcterms:modified xsi:type="dcterms:W3CDTF">2026-03-25T10:53:05Z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